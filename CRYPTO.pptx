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1"/>
  </p:notesMasterIdLst>
  <p:sldIdLst>
    <p:sldId id="530" r:id="rId5"/>
    <p:sldId id="531" r:id="rId6"/>
    <p:sldId id="533" r:id="rId7"/>
    <p:sldId id="566" r:id="rId8"/>
    <p:sldId id="534" r:id="rId9"/>
    <p:sldId id="535" r:id="rId10"/>
    <p:sldId id="536" r:id="rId11"/>
    <p:sldId id="567" r:id="rId12"/>
    <p:sldId id="548" r:id="rId13"/>
    <p:sldId id="552" r:id="rId14"/>
    <p:sldId id="558" r:id="rId15"/>
    <p:sldId id="547" r:id="rId16"/>
    <p:sldId id="553" r:id="rId17"/>
    <p:sldId id="554" r:id="rId18"/>
    <p:sldId id="559" r:id="rId19"/>
    <p:sldId id="550" r:id="rId20"/>
    <p:sldId id="555" r:id="rId21"/>
    <p:sldId id="556" r:id="rId22"/>
    <p:sldId id="560" r:id="rId23"/>
    <p:sldId id="551" r:id="rId24"/>
    <p:sldId id="563" r:id="rId25"/>
    <p:sldId id="557" r:id="rId26"/>
    <p:sldId id="562" r:id="rId27"/>
    <p:sldId id="561" r:id="rId28"/>
    <p:sldId id="564" r:id="rId29"/>
    <p:sldId id="54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4C73"/>
    <a:srgbClr val="271DEF"/>
    <a:srgbClr val="2F21F3"/>
    <a:srgbClr val="0E4668"/>
    <a:srgbClr val="8822EE"/>
    <a:srgbClr val="F01688"/>
    <a:srgbClr val="FEB52B"/>
    <a:srgbClr val="F01689"/>
    <a:srgbClr val="6F22E3"/>
    <a:srgbClr val="E218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37E4E4-A97A-4704-A6C2-45D38C6003AD}" v="70" dt="2026-02-02T14:41:32.7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22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8/10/relationships/authors" Target="authors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tturu Jaganmohanreddy" userId="02001174c0b35c01" providerId="LiveId" clId="{C8E0087E-1F7E-4FB4-895F-C04A2D399884}"/>
    <pc:docChg chg="undo redo custSel addSld delSld modSld sldOrd">
      <pc:chgData name="Atturu Jaganmohanreddy" userId="02001174c0b35c01" providerId="LiveId" clId="{C8E0087E-1F7E-4FB4-895F-C04A2D399884}" dt="2026-02-02T14:42:21.903" v="6155" actId="113"/>
      <pc:docMkLst>
        <pc:docMk/>
      </pc:docMkLst>
      <pc:sldChg chg="addSp delSp modSp mod">
        <pc:chgData name="Atturu Jaganmohanreddy" userId="02001174c0b35c01" providerId="LiveId" clId="{C8E0087E-1F7E-4FB4-895F-C04A2D399884}" dt="2026-02-02T14:42:21.903" v="6155" actId="113"/>
        <pc:sldMkLst>
          <pc:docMk/>
          <pc:sldMk cId="1723491119" sldId="530"/>
        </pc:sldMkLst>
        <pc:spChg chg="mod">
          <ac:chgData name="Atturu Jaganmohanreddy" userId="02001174c0b35c01" providerId="LiveId" clId="{C8E0087E-1F7E-4FB4-895F-C04A2D399884}" dt="2026-01-12T15:09:16.942" v="5442" actId="14100"/>
          <ac:spMkLst>
            <pc:docMk/>
            <pc:sldMk cId="1723491119" sldId="530"/>
            <ac:spMk id="2" creationId="{DC870DB4-0446-EF22-E8E0-3A5B83923AC0}"/>
          </ac:spMkLst>
        </pc:spChg>
        <pc:spChg chg="mod">
          <ac:chgData name="Atturu Jaganmohanreddy" userId="02001174c0b35c01" providerId="LiveId" clId="{C8E0087E-1F7E-4FB4-895F-C04A2D399884}" dt="2026-02-02T14:42:13.823" v="6154" actId="113"/>
          <ac:spMkLst>
            <pc:docMk/>
            <pc:sldMk cId="1723491119" sldId="530"/>
            <ac:spMk id="3" creationId="{696329B1-2D04-0F3A-1081-C5117D8CE122}"/>
          </ac:spMkLst>
        </pc:spChg>
        <pc:spChg chg="add del mod">
          <ac:chgData name="Atturu Jaganmohanreddy" userId="02001174c0b35c01" providerId="LiveId" clId="{C8E0087E-1F7E-4FB4-895F-C04A2D399884}" dt="2026-02-02T14:41:16.417" v="6110" actId="478"/>
          <ac:spMkLst>
            <pc:docMk/>
            <pc:sldMk cId="1723491119" sldId="530"/>
            <ac:spMk id="4" creationId="{871932DD-D714-23B0-0C7D-D8CC35226C12}"/>
          </ac:spMkLst>
        </pc:spChg>
        <pc:spChg chg="add mod">
          <ac:chgData name="Atturu Jaganmohanreddy" userId="02001174c0b35c01" providerId="LiveId" clId="{C8E0087E-1F7E-4FB4-895F-C04A2D399884}" dt="2026-02-02T14:42:21.903" v="6155" actId="113"/>
          <ac:spMkLst>
            <pc:docMk/>
            <pc:sldMk cId="1723491119" sldId="530"/>
            <ac:spMk id="5" creationId="{3F0274A4-0DE3-5697-A8EE-EF32158C5CBA}"/>
          </ac:spMkLst>
        </pc:spChg>
      </pc:sldChg>
      <pc:sldChg chg="modSp mod">
        <pc:chgData name="Atturu Jaganmohanreddy" userId="02001174c0b35c01" providerId="LiveId" clId="{C8E0087E-1F7E-4FB4-895F-C04A2D399884}" dt="2026-01-12T15:04:38.884" v="5428" actId="1076"/>
        <pc:sldMkLst>
          <pc:docMk/>
          <pc:sldMk cId="3548027083" sldId="531"/>
        </pc:sldMkLst>
        <pc:spChg chg="mod">
          <ac:chgData name="Atturu Jaganmohanreddy" userId="02001174c0b35c01" providerId="LiveId" clId="{C8E0087E-1F7E-4FB4-895F-C04A2D399884}" dt="2026-01-12T15:04:38.884" v="5428" actId="1076"/>
          <ac:spMkLst>
            <pc:docMk/>
            <pc:sldMk cId="3548027083" sldId="531"/>
            <ac:spMk id="2" creationId="{C07F7E09-6A9E-9FCC-7867-895F21ABE716}"/>
          </ac:spMkLst>
        </pc:spChg>
        <pc:spChg chg="mod">
          <ac:chgData name="Atturu Jaganmohanreddy" userId="02001174c0b35c01" providerId="LiveId" clId="{C8E0087E-1F7E-4FB4-895F-C04A2D399884}" dt="2026-01-12T15:04:35.755" v="5427" actId="1076"/>
          <ac:spMkLst>
            <pc:docMk/>
            <pc:sldMk cId="3548027083" sldId="531"/>
            <ac:spMk id="3" creationId="{199158D4-7B61-0A48-E33F-792278D05724}"/>
          </ac:spMkLst>
        </pc:spChg>
      </pc:sldChg>
      <pc:sldChg chg="modSp mod ord">
        <pc:chgData name="Atturu Jaganmohanreddy" userId="02001174c0b35c01" providerId="LiveId" clId="{C8E0087E-1F7E-4FB4-895F-C04A2D399884}" dt="2026-01-10T14:55:19.352" v="5158"/>
        <pc:sldMkLst>
          <pc:docMk/>
          <pc:sldMk cId="3380759881" sldId="533"/>
        </pc:sldMkLst>
        <pc:spChg chg="mod">
          <ac:chgData name="Atturu Jaganmohanreddy" userId="02001174c0b35c01" providerId="LiveId" clId="{C8E0087E-1F7E-4FB4-895F-C04A2D399884}" dt="2026-01-05T14:37:50.285" v="4386" actId="255"/>
          <ac:spMkLst>
            <pc:docMk/>
            <pc:sldMk cId="3380759881" sldId="533"/>
            <ac:spMk id="3" creationId="{5A82A8B0-333F-633E-3FA7-D38DBFB10971}"/>
          </ac:spMkLst>
        </pc:spChg>
      </pc:sldChg>
      <pc:sldChg chg="modSp mod">
        <pc:chgData name="Atturu Jaganmohanreddy" userId="02001174c0b35c01" providerId="LiveId" clId="{C8E0087E-1F7E-4FB4-895F-C04A2D399884}" dt="2026-01-12T15:10:17.149" v="5444" actId="14100"/>
        <pc:sldMkLst>
          <pc:docMk/>
          <pc:sldMk cId="548476299" sldId="534"/>
        </pc:sldMkLst>
        <pc:spChg chg="mod">
          <ac:chgData name="Atturu Jaganmohanreddy" userId="02001174c0b35c01" providerId="LiveId" clId="{C8E0087E-1F7E-4FB4-895F-C04A2D399884}" dt="2026-01-12T15:10:07.612" v="5443" actId="14100"/>
          <ac:spMkLst>
            <pc:docMk/>
            <pc:sldMk cId="548476299" sldId="534"/>
            <ac:spMk id="9" creationId="{72103C64-0458-0525-9D1E-AB4D275B3168}"/>
          </ac:spMkLst>
        </pc:spChg>
        <pc:spChg chg="mod">
          <ac:chgData name="Atturu Jaganmohanreddy" userId="02001174c0b35c01" providerId="LiveId" clId="{C8E0087E-1F7E-4FB4-895F-C04A2D399884}" dt="2026-01-12T15:10:17.149" v="5444" actId="14100"/>
          <ac:spMkLst>
            <pc:docMk/>
            <pc:sldMk cId="548476299" sldId="534"/>
            <ac:spMk id="10" creationId="{70D41F22-75D5-0322-5D3F-616CC49E789F}"/>
          </ac:spMkLst>
        </pc:spChg>
      </pc:sldChg>
      <pc:sldChg chg="addSp delSp modSp mod">
        <pc:chgData name="Atturu Jaganmohanreddy" userId="02001174c0b35c01" providerId="LiveId" clId="{C8E0087E-1F7E-4FB4-895F-C04A2D399884}" dt="2026-01-06T14:25:28.011" v="4656" actId="115"/>
        <pc:sldMkLst>
          <pc:docMk/>
          <pc:sldMk cId="1372651910" sldId="535"/>
        </pc:sldMkLst>
        <pc:spChg chg="mod">
          <ac:chgData name="Atturu Jaganmohanreddy" userId="02001174c0b35c01" providerId="LiveId" clId="{C8E0087E-1F7E-4FB4-895F-C04A2D399884}" dt="2026-01-06T14:25:28.011" v="4656" actId="115"/>
          <ac:spMkLst>
            <pc:docMk/>
            <pc:sldMk cId="1372651910" sldId="535"/>
            <ac:spMk id="19" creationId="{03183665-50C3-9879-0F07-3A8D783EC1B0}"/>
          </ac:spMkLst>
        </pc:spChg>
        <pc:spChg chg="mod">
          <ac:chgData name="Atturu Jaganmohanreddy" userId="02001174c0b35c01" providerId="LiveId" clId="{C8E0087E-1F7E-4FB4-895F-C04A2D399884}" dt="2026-01-06T14:24:28.487" v="4648" actId="1076"/>
          <ac:spMkLst>
            <pc:docMk/>
            <pc:sldMk cId="1372651910" sldId="535"/>
            <ac:spMk id="20" creationId="{8B5DA491-A860-9B58-EA2A-0A9C0CF689D5}"/>
          </ac:spMkLst>
        </pc:spChg>
        <pc:spChg chg="mod">
          <ac:chgData name="Atturu Jaganmohanreddy" userId="02001174c0b35c01" providerId="LiveId" clId="{C8E0087E-1F7E-4FB4-895F-C04A2D399884}" dt="2026-01-06T14:24:36.517" v="4649" actId="1076"/>
          <ac:spMkLst>
            <pc:docMk/>
            <pc:sldMk cId="1372651910" sldId="535"/>
            <ac:spMk id="22" creationId="{2299D8E7-EB16-036A-F1E7-BFFA6CAB401B}"/>
          </ac:spMkLst>
        </pc:spChg>
        <pc:spChg chg="mod">
          <ac:chgData name="Atturu Jaganmohanreddy" userId="02001174c0b35c01" providerId="LiveId" clId="{C8E0087E-1F7E-4FB4-895F-C04A2D399884}" dt="2026-01-06T14:24:40.639" v="4650" actId="1076"/>
          <ac:spMkLst>
            <pc:docMk/>
            <pc:sldMk cId="1372651910" sldId="535"/>
            <ac:spMk id="23" creationId="{235EDAF6-9F22-9F6B-CAE9-39A387FAC8B8}"/>
          </ac:spMkLst>
        </pc:spChg>
        <pc:spChg chg="mod">
          <ac:chgData name="Atturu Jaganmohanreddy" userId="02001174c0b35c01" providerId="LiveId" clId="{C8E0087E-1F7E-4FB4-895F-C04A2D399884}" dt="2026-01-06T14:24:45.907" v="4651" actId="1076"/>
          <ac:spMkLst>
            <pc:docMk/>
            <pc:sldMk cId="1372651910" sldId="535"/>
            <ac:spMk id="24" creationId="{005ACFC6-5A78-ABCB-4619-F0699B5DEC8D}"/>
          </ac:spMkLst>
        </pc:spChg>
      </pc:sldChg>
      <pc:sldChg chg="addSp delSp modSp mod">
        <pc:chgData name="Atturu Jaganmohanreddy" userId="02001174c0b35c01" providerId="LiveId" clId="{C8E0087E-1F7E-4FB4-895F-C04A2D399884}" dt="2026-01-09T15:58:24.866" v="4963" actId="1076"/>
        <pc:sldMkLst>
          <pc:docMk/>
          <pc:sldMk cId="1208724409" sldId="536"/>
        </pc:sldMkLst>
        <pc:spChg chg="mod">
          <ac:chgData name="Atturu Jaganmohanreddy" userId="02001174c0b35c01" providerId="LiveId" clId="{C8E0087E-1F7E-4FB4-895F-C04A2D399884}" dt="2026-01-09T15:58:24.866" v="4963" actId="1076"/>
          <ac:spMkLst>
            <pc:docMk/>
            <pc:sldMk cId="1208724409" sldId="536"/>
            <ac:spMk id="2" creationId="{EE30DEE9-2DBD-C997-C208-027230B5A3EA}"/>
          </ac:spMkLst>
        </pc:spChg>
        <pc:spChg chg="add mod">
          <ac:chgData name="Atturu Jaganmohanreddy" userId="02001174c0b35c01" providerId="LiveId" clId="{C8E0087E-1F7E-4FB4-895F-C04A2D399884}" dt="2026-01-09T15:58:21.099" v="4962" actId="1076"/>
          <ac:spMkLst>
            <pc:docMk/>
            <pc:sldMk cId="1208724409" sldId="536"/>
            <ac:spMk id="7" creationId="{80C8F468-9964-109A-148F-ABF535A6EE26}"/>
          </ac:spMkLst>
        </pc:spChg>
      </pc:sldChg>
      <pc:sldChg chg="modSp add mod ord">
        <pc:chgData name="Atturu Jaganmohanreddy" userId="02001174c0b35c01" providerId="LiveId" clId="{C8E0087E-1F7E-4FB4-895F-C04A2D399884}" dt="2026-01-06T14:26:43.369" v="4668" actId="113"/>
        <pc:sldMkLst>
          <pc:docMk/>
          <pc:sldMk cId="1249734882" sldId="550"/>
        </pc:sldMkLst>
        <pc:spChg chg="mod">
          <ac:chgData name="Atturu Jaganmohanreddy" userId="02001174c0b35c01" providerId="LiveId" clId="{C8E0087E-1F7E-4FB4-895F-C04A2D399884}" dt="2026-01-06T14:26:43.369" v="4668" actId="113"/>
          <ac:spMkLst>
            <pc:docMk/>
            <pc:sldMk cId="1249734882" sldId="550"/>
            <ac:spMk id="3" creationId="{94FDD36C-1DD9-8CE4-2CA0-20705C9016F1}"/>
          </ac:spMkLst>
        </pc:spChg>
      </pc:sldChg>
      <pc:sldChg chg="modSp add mod ord">
        <pc:chgData name="Atturu Jaganmohanreddy" userId="02001174c0b35c01" providerId="LiveId" clId="{C8E0087E-1F7E-4FB4-895F-C04A2D399884}" dt="2026-01-06T14:24:13.758" v="4645" actId="113"/>
        <pc:sldMkLst>
          <pc:docMk/>
          <pc:sldMk cId="588274421" sldId="551"/>
        </pc:sldMkLst>
        <pc:spChg chg="mod">
          <ac:chgData name="Atturu Jaganmohanreddy" userId="02001174c0b35c01" providerId="LiveId" clId="{C8E0087E-1F7E-4FB4-895F-C04A2D399884}" dt="2026-01-06T14:24:13.758" v="4645" actId="113"/>
          <ac:spMkLst>
            <pc:docMk/>
            <pc:sldMk cId="588274421" sldId="551"/>
            <ac:spMk id="3" creationId="{DEBCA9A6-F05F-698F-599C-1304688F4AEC}"/>
          </ac:spMkLst>
        </pc:spChg>
      </pc:sldChg>
      <pc:sldChg chg="addSp delSp modSp new mod">
        <pc:chgData name="Atturu Jaganmohanreddy" userId="02001174c0b35c01" providerId="LiveId" clId="{C8E0087E-1F7E-4FB4-895F-C04A2D399884}" dt="2026-01-06T14:25:42.788" v="4658" actId="1076"/>
        <pc:sldMkLst>
          <pc:docMk/>
          <pc:sldMk cId="2853824747" sldId="552"/>
        </pc:sldMkLst>
        <pc:spChg chg="mod">
          <ac:chgData name="Atturu Jaganmohanreddy" userId="02001174c0b35c01" providerId="LiveId" clId="{C8E0087E-1F7E-4FB4-895F-C04A2D399884}" dt="2026-01-05T13:56:39.423" v="4307" actId="1076"/>
          <ac:spMkLst>
            <pc:docMk/>
            <pc:sldMk cId="2853824747" sldId="552"/>
            <ac:spMk id="2" creationId="{FDA511C9-CCFA-E547-B6B7-D2D7A89F43F9}"/>
          </ac:spMkLst>
        </pc:spChg>
        <pc:spChg chg="add mod">
          <ac:chgData name="Atturu Jaganmohanreddy" userId="02001174c0b35c01" providerId="LiveId" clId="{C8E0087E-1F7E-4FB4-895F-C04A2D399884}" dt="2026-01-06T14:25:38.961" v="4657" actId="1076"/>
          <ac:spMkLst>
            <pc:docMk/>
            <pc:sldMk cId="2853824747" sldId="552"/>
            <ac:spMk id="4" creationId="{B312088F-32B3-92E0-4AF1-4EFADE8061AF}"/>
          </ac:spMkLst>
        </pc:spChg>
        <pc:spChg chg="add mod">
          <ac:chgData name="Atturu Jaganmohanreddy" userId="02001174c0b35c01" providerId="LiveId" clId="{C8E0087E-1F7E-4FB4-895F-C04A2D399884}" dt="2026-01-05T13:57:23.480" v="4320" actId="20577"/>
          <ac:spMkLst>
            <pc:docMk/>
            <pc:sldMk cId="2853824747" sldId="552"/>
            <ac:spMk id="5" creationId="{C50B6DED-14DB-24D2-C625-12562B4D742F}"/>
          </ac:spMkLst>
        </pc:spChg>
        <pc:spChg chg="add mod">
          <ac:chgData name="Atturu Jaganmohanreddy" userId="02001174c0b35c01" providerId="LiveId" clId="{C8E0087E-1F7E-4FB4-895F-C04A2D399884}" dt="2026-01-06T14:25:42.788" v="4658" actId="1076"/>
          <ac:spMkLst>
            <pc:docMk/>
            <pc:sldMk cId="2853824747" sldId="552"/>
            <ac:spMk id="7" creationId="{98787DB4-FF2F-E203-216E-A37057E4CCDC}"/>
          </ac:spMkLst>
        </pc:spChg>
        <pc:spChg chg="add mod">
          <ac:chgData name="Atturu Jaganmohanreddy" userId="02001174c0b35c01" providerId="LiveId" clId="{C8E0087E-1F7E-4FB4-895F-C04A2D399884}" dt="2026-01-05T13:56:58.279" v="4310" actId="1076"/>
          <ac:spMkLst>
            <pc:docMk/>
            <pc:sldMk cId="2853824747" sldId="552"/>
            <ac:spMk id="8" creationId="{54929B86-759F-98DB-391B-28D5B4F62ABE}"/>
          </ac:spMkLst>
        </pc:spChg>
      </pc:sldChg>
      <pc:sldChg chg="addSp delSp modSp add mod">
        <pc:chgData name="Atturu Jaganmohanreddy" userId="02001174c0b35c01" providerId="LiveId" clId="{C8E0087E-1F7E-4FB4-895F-C04A2D399884}" dt="2026-01-06T14:26:20.846" v="4663" actId="5793"/>
        <pc:sldMkLst>
          <pc:docMk/>
          <pc:sldMk cId="4070215954" sldId="553"/>
        </pc:sldMkLst>
        <pc:spChg chg="add mod">
          <ac:chgData name="Atturu Jaganmohanreddy" userId="02001174c0b35c01" providerId="LiveId" clId="{C8E0087E-1F7E-4FB4-895F-C04A2D399884}" dt="2026-01-06T14:26:20.846" v="4663" actId="5793"/>
          <ac:spMkLst>
            <pc:docMk/>
            <pc:sldMk cId="4070215954" sldId="553"/>
            <ac:spMk id="4" creationId="{93B7761F-FAAE-5E50-1E08-2BBBE9565694}"/>
          </ac:spMkLst>
        </pc:spChg>
      </pc:sldChg>
      <pc:sldChg chg="modSp add mod">
        <pc:chgData name="Atturu Jaganmohanreddy" userId="02001174c0b35c01" providerId="LiveId" clId="{C8E0087E-1F7E-4FB4-895F-C04A2D399884}" dt="2026-01-06T14:26:32.997" v="4667" actId="5793"/>
        <pc:sldMkLst>
          <pc:docMk/>
          <pc:sldMk cId="2794309584" sldId="554"/>
        </pc:sldMkLst>
        <pc:spChg chg="mod">
          <ac:chgData name="Atturu Jaganmohanreddy" userId="02001174c0b35c01" providerId="LiveId" clId="{C8E0087E-1F7E-4FB4-895F-C04A2D399884}" dt="2026-01-06T14:26:29.730" v="4665" actId="5793"/>
          <ac:spMkLst>
            <pc:docMk/>
            <pc:sldMk cId="2794309584" sldId="554"/>
            <ac:spMk id="3" creationId="{B4505EF4-A250-8AC9-C358-7E7B820CCF0A}"/>
          </ac:spMkLst>
        </pc:spChg>
        <pc:spChg chg="mod">
          <ac:chgData name="Atturu Jaganmohanreddy" userId="02001174c0b35c01" providerId="LiveId" clId="{C8E0087E-1F7E-4FB4-895F-C04A2D399884}" dt="2026-01-06T14:26:32.997" v="4667" actId="5793"/>
          <ac:spMkLst>
            <pc:docMk/>
            <pc:sldMk cId="2794309584" sldId="554"/>
            <ac:spMk id="4" creationId="{4A338D0E-9EE6-E85E-07B2-0CA713BED81E}"/>
          </ac:spMkLst>
        </pc:spChg>
      </pc:sldChg>
      <pc:sldChg chg="addSp delSp modSp add mod">
        <pc:chgData name="Atturu Jaganmohanreddy" userId="02001174c0b35c01" providerId="LiveId" clId="{C8E0087E-1F7E-4FB4-895F-C04A2D399884}" dt="2026-01-06T14:26:51.736" v="4672" actId="5793"/>
        <pc:sldMkLst>
          <pc:docMk/>
          <pc:sldMk cId="2761636045" sldId="555"/>
        </pc:sldMkLst>
        <pc:spChg chg="add del mod">
          <ac:chgData name="Atturu Jaganmohanreddy" userId="02001174c0b35c01" providerId="LiveId" clId="{C8E0087E-1F7E-4FB4-895F-C04A2D399884}" dt="2026-01-05T13:44:22.313" v="3575" actId="1076"/>
          <ac:spMkLst>
            <pc:docMk/>
            <pc:sldMk cId="2761636045" sldId="555"/>
            <ac:spMk id="2" creationId="{A2571B8D-4417-444A-20F3-4AA1CB74AD20}"/>
          </ac:spMkLst>
        </pc:spChg>
        <pc:spChg chg="add del mod">
          <ac:chgData name="Atturu Jaganmohanreddy" userId="02001174c0b35c01" providerId="LiveId" clId="{C8E0087E-1F7E-4FB4-895F-C04A2D399884}" dt="2026-01-06T14:26:49.010" v="4670" actId="5793"/>
          <ac:spMkLst>
            <pc:docMk/>
            <pc:sldMk cId="2761636045" sldId="555"/>
            <ac:spMk id="3" creationId="{51940CDD-EE13-73E4-8536-50C25740A7C6}"/>
          </ac:spMkLst>
        </pc:spChg>
        <pc:spChg chg="add mod">
          <ac:chgData name="Atturu Jaganmohanreddy" userId="02001174c0b35c01" providerId="LiveId" clId="{C8E0087E-1F7E-4FB4-895F-C04A2D399884}" dt="2026-01-06T14:26:51.736" v="4672" actId="5793"/>
          <ac:spMkLst>
            <pc:docMk/>
            <pc:sldMk cId="2761636045" sldId="555"/>
            <ac:spMk id="8" creationId="{C895F353-650E-587E-DB30-54D174A75C28}"/>
          </ac:spMkLst>
        </pc:spChg>
      </pc:sldChg>
      <pc:sldChg chg="modSp add mod ord">
        <pc:chgData name="Atturu Jaganmohanreddy" userId="02001174c0b35c01" providerId="LiveId" clId="{C8E0087E-1F7E-4FB4-895F-C04A2D399884}" dt="2026-01-05T13:47:29.098" v="3875" actId="1076"/>
        <pc:sldMkLst>
          <pc:docMk/>
          <pc:sldMk cId="899863629" sldId="556"/>
        </pc:sldMkLst>
        <pc:spChg chg="mod">
          <ac:chgData name="Atturu Jaganmohanreddy" userId="02001174c0b35c01" providerId="LiveId" clId="{C8E0087E-1F7E-4FB4-895F-C04A2D399884}" dt="2026-01-05T13:47:29.098" v="3875" actId="1076"/>
          <ac:spMkLst>
            <pc:docMk/>
            <pc:sldMk cId="899863629" sldId="556"/>
            <ac:spMk id="2" creationId="{A343F079-2086-80A3-232D-3491A00BBD6D}"/>
          </ac:spMkLst>
        </pc:spChg>
        <pc:spChg chg="mod">
          <ac:chgData name="Atturu Jaganmohanreddy" userId="02001174c0b35c01" providerId="LiveId" clId="{C8E0087E-1F7E-4FB4-895F-C04A2D399884}" dt="2026-01-05T13:47:25.097" v="3874" actId="1076"/>
          <ac:spMkLst>
            <pc:docMk/>
            <pc:sldMk cId="899863629" sldId="556"/>
            <ac:spMk id="3" creationId="{F0F28678-E078-CEEE-3DB2-4F4C2EB4D981}"/>
          </ac:spMkLst>
        </pc:spChg>
      </pc:sldChg>
      <pc:sldChg chg="addSp delSp modSp add mod ord">
        <pc:chgData name="Atturu Jaganmohanreddy" userId="02001174c0b35c01" providerId="LiveId" clId="{C8E0087E-1F7E-4FB4-895F-C04A2D399884}" dt="2026-01-06T14:44:51.892" v="4960" actId="1076"/>
        <pc:sldMkLst>
          <pc:docMk/>
          <pc:sldMk cId="1615764807" sldId="557"/>
        </pc:sldMkLst>
        <pc:spChg chg="add del mod">
          <ac:chgData name="Atturu Jaganmohanreddy" userId="02001174c0b35c01" providerId="LiveId" clId="{C8E0087E-1F7E-4FB4-895F-C04A2D399884}" dt="2026-01-05T13:56:13.645" v="4292" actId="1076"/>
          <ac:spMkLst>
            <pc:docMk/>
            <pc:sldMk cId="1615764807" sldId="557"/>
            <ac:spMk id="2" creationId="{63AD451F-6566-478E-EC46-DB0BD2831955}"/>
          </ac:spMkLst>
        </pc:spChg>
        <pc:spChg chg="mod">
          <ac:chgData name="Atturu Jaganmohanreddy" userId="02001174c0b35c01" providerId="LiveId" clId="{C8E0087E-1F7E-4FB4-895F-C04A2D399884}" dt="2026-01-06T14:44:51.892" v="4960" actId="1076"/>
          <ac:spMkLst>
            <pc:docMk/>
            <pc:sldMk cId="1615764807" sldId="557"/>
            <ac:spMk id="3" creationId="{F42B8FFC-65A2-511B-1D9B-1C654C724010}"/>
          </ac:spMkLst>
        </pc:spChg>
      </pc:sldChg>
      <pc:sldChg chg="addSp delSp modSp new mod">
        <pc:chgData name="Atturu Jaganmohanreddy" userId="02001174c0b35c01" providerId="LiveId" clId="{C8E0087E-1F7E-4FB4-895F-C04A2D399884}" dt="2026-01-06T14:26:07.865" v="4661" actId="732"/>
        <pc:sldMkLst>
          <pc:docMk/>
          <pc:sldMk cId="3025253910" sldId="558"/>
        </pc:sldMkLst>
        <pc:spChg chg="mod">
          <ac:chgData name="Atturu Jaganmohanreddy" userId="02001174c0b35c01" providerId="LiveId" clId="{C8E0087E-1F7E-4FB4-895F-C04A2D399884}" dt="2026-01-05T14:25:57.772" v="4345" actId="5793"/>
          <ac:spMkLst>
            <pc:docMk/>
            <pc:sldMk cId="3025253910" sldId="558"/>
            <ac:spMk id="2" creationId="{4FB5A701-9013-1ED4-BC17-AA71A78EB14E}"/>
          </ac:spMkLst>
        </pc:spChg>
        <pc:picChg chg="add mod ord modCrop">
          <ac:chgData name="Atturu Jaganmohanreddy" userId="02001174c0b35c01" providerId="LiveId" clId="{C8E0087E-1F7E-4FB4-895F-C04A2D399884}" dt="2026-01-06T14:26:07.865" v="4661" actId="732"/>
          <ac:picMkLst>
            <pc:docMk/>
            <pc:sldMk cId="3025253910" sldId="558"/>
            <ac:picMk id="7" creationId="{4BFA5FC3-72A6-1BB1-1650-79BB896A3686}"/>
          </ac:picMkLst>
        </pc:picChg>
      </pc:sldChg>
      <pc:sldChg chg="addSp delSp modSp add mod ord">
        <pc:chgData name="Atturu Jaganmohanreddy" userId="02001174c0b35c01" providerId="LiveId" clId="{C8E0087E-1F7E-4FB4-895F-C04A2D399884}" dt="2026-01-05T14:28:17.758" v="4361" actId="1076"/>
        <pc:sldMkLst>
          <pc:docMk/>
          <pc:sldMk cId="2084156854" sldId="559"/>
        </pc:sldMkLst>
        <pc:picChg chg="add mod ord modCrop">
          <ac:chgData name="Atturu Jaganmohanreddy" userId="02001174c0b35c01" providerId="LiveId" clId="{C8E0087E-1F7E-4FB4-895F-C04A2D399884}" dt="2026-01-05T14:28:17.758" v="4361" actId="1076"/>
          <ac:picMkLst>
            <pc:docMk/>
            <pc:sldMk cId="2084156854" sldId="559"/>
            <ac:picMk id="13" creationId="{5461D3E4-A78E-6633-CBFA-1A3C35D4BD0D}"/>
          </ac:picMkLst>
        </pc:picChg>
      </pc:sldChg>
      <pc:sldChg chg="addSp delSp modSp add mod ord">
        <pc:chgData name="Atturu Jaganmohanreddy" userId="02001174c0b35c01" providerId="LiveId" clId="{C8E0087E-1F7E-4FB4-895F-C04A2D399884}" dt="2026-01-05T14:30:14.460" v="4374" actId="1076"/>
        <pc:sldMkLst>
          <pc:docMk/>
          <pc:sldMk cId="2595034273" sldId="560"/>
        </pc:sldMkLst>
        <pc:picChg chg="add mod ord modCrop">
          <ac:chgData name="Atturu Jaganmohanreddy" userId="02001174c0b35c01" providerId="LiveId" clId="{C8E0087E-1F7E-4FB4-895F-C04A2D399884}" dt="2026-01-05T14:30:14.460" v="4374" actId="1076"/>
          <ac:picMkLst>
            <pc:docMk/>
            <pc:sldMk cId="2595034273" sldId="560"/>
            <ac:picMk id="8" creationId="{D0CC4156-005F-A887-3F70-67C1E8B73DDF}"/>
          </ac:picMkLst>
        </pc:picChg>
      </pc:sldChg>
      <pc:sldChg chg="addSp delSp modSp add mod ord">
        <pc:chgData name="Atturu Jaganmohanreddy" userId="02001174c0b35c01" providerId="LiveId" clId="{C8E0087E-1F7E-4FB4-895F-C04A2D399884}" dt="2026-01-06T12:57:10.305" v="4395" actId="1076"/>
        <pc:sldMkLst>
          <pc:docMk/>
          <pc:sldMk cId="1844281211" sldId="561"/>
        </pc:sldMkLst>
        <pc:picChg chg="add mod ord modCrop">
          <ac:chgData name="Atturu Jaganmohanreddy" userId="02001174c0b35c01" providerId="LiveId" clId="{C8E0087E-1F7E-4FB4-895F-C04A2D399884}" dt="2026-01-06T12:57:10.305" v="4395" actId="1076"/>
          <ac:picMkLst>
            <pc:docMk/>
            <pc:sldMk cId="1844281211" sldId="561"/>
            <ac:picMk id="9" creationId="{477BFE02-A5F5-C33B-62B5-E1D093E1A8F6}"/>
          </ac:picMkLst>
        </pc:picChg>
      </pc:sldChg>
      <pc:sldChg chg="addSp modSp add mod">
        <pc:chgData name="Atturu Jaganmohanreddy" userId="02001174c0b35c01" providerId="LiveId" clId="{C8E0087E-1F7E-4FB4-895F-C04A2D399884}" dt="2026-01-10T14:40:37.992" v="5132" actId="20577"/>
        <pc:sldMkLst>
          <pc:docMk/>
          <pc:sldMk cId="3860552145" sldId="562"/>
        </pc:sldMkLst>
        <pc:spChg chg="mod">
          <ac:chgData name="Atturu Jaganmohanreddy" userId="02001174c0b35c01" providerId="LiveId" clId="{C8E0087E-1F7E-4FB4-895F-C04A2D399884}" dt="2026-01-10T14:40:37.992" v="5132" actId="20577"/>
          <ac:spMkLst>
            <pc:docMk/>
            <pc:sldMk cId="3860552145" sldId="562"/>
            <ac:spMk id="2" creationId="{31E5FF2F-2082-13C9-F126-9BD7E6EB3BCD}"/>
          </ac:spMkLst>
        </pc:spChg>
        <pc:spChg chg="mod">
          <ac:chgData name="Atturu Jaganmohanreddy" userId="02001174c0b35c01" providerId="LiveId" clId="{C8E0087E-1F7E-4FB4-895F-C04A2D399884}" dt="2026-01-06T14:22:01.149" v="4636" actId="1076"/>
          <ac:spMkLst>
            <pc:docMk/>
            <pc:sldMk cId="3860552145" sldId="562"/>
            <ac:spMk id="3" creationId="{457E4953-76D9-BE33-542E-F4BB76C0CF36}"/>
          </ac:spMkLst>
        </pc:spChg>
        <pc:picChg chg="add mod modCrop">
          <ac:chgData name="Atturu Jaganmohanreddy" userId="02001174c0b35c01" providerId="LiveId" clId="{C8E0087E-1F7E-4FB4-895F-C04A2D399884}" dt="2026-01-06T14:21:56.240" v="4635" actId="1076"/>
          <ac:picMkLst>
            <pc:docMk/>
            <pc:sldMk cId="3860552145" sldId="562"/>
            <ac:picMk id="5" creationId="{F877D31D-2149-930F-C676-D3D3892439AA}"/>
          </ac:picMkLst>
        </pc:picChg>
      </pc:sldChg>
      <pc:sldChg chg="addSp delSp modSp add mod">
        <pc:chgData name="Atturu Jaganmohanreddy" userId="02001174c0b35c01" providerId="LiveId" clId="{C8E0087E-1F7E-4FB4-895F-C04A2D399884}" dt="2026-01-06T14:41:20.799" v="4850" actId="1076"/>
        <pc:sldMkLst>
          <pc:docMk/>
          <pc:sldMk cId="1246482460" sldId="563"/>
        </pc:sldMkLst>
        <pc:spChg chg="add del mod">
          <ac:chgData name="Atturu Jaganmohanreddy" userId="02001174c0b35c01" providerId="LiveId" clId="{C8E0087E-1F7E-4FB4-895F-C04A2D399884}" dt="2026-01-06T14:40:38.759" v="4773" actId="1076"/>
          <ac:spMkLst>
            <pc:docMk/>
            <pc:sldMk cId="1246482460" sldId="563"/>
            <ac:spMk id="5" creationId="{A1B1856E-076E-745A-0A7B-D769365EED03}"/>
          </ac:spMkLst>
        </pc:spChg>
        <pc:spChg chg="add mod">
          <ac:chgData name="Atturu Jaganmohanreddy" userId="02001174c0b35c01" providerId="LiveId" clId="{C8E0087E-1F7E-4FB4-895F-C04A2D399884}" dt="2026-01-06T14:41:20.799" v="4850" actId="1076"/>
          <ac:spMkLst>
            <pc:docMk/>
            <pc:sldMk cId="1246482460" sldId="563"/>
            <ac:spMk id="6" creationId="{9BBCD15A-E51E-37FA-3EE7-F70B3D3FB18E}"/>
          </ac:spMkLst>
        </pc:spChg>
      </pc:sldChg>
      <pc:sldChg chg="addSp delSp modSp add mod setBg">
        <pc:chgData name="Atturu Jaganmohanreddy" userId="02001174c0b35c01" providerId="LiveId" clId="{C8E0087E-1F7E-4FB4-895F-C04A2D399884}" dt="2026-01-12T15:03:25.906" v="5410" actId="113"/>
        <pc:sldMkLst>
          <pc:docMk/>
          <pc:sldMk cId="1083887245" sldId="564"/>
        </pc:sldMkLst>
        <pc:spChg chg="mod">
          <ac:chgData name="Atturu Jaganmohanreddy" userId="02001174c0b35c01" providerId="LiveId" clId="{C8E0087E-1F7E-4FB4-895F-C04A2D399884}" dt="2026-01-10T14:40:31.232" v="5130" actId="1076"/>
          <ac:spMkLst>
            <pc:docMk/>
            <pc:sldMk cId="1083887245" sldId="564"/>
            <ac:spMk id="2" creationId="{D26036F7-EC2F-5FC1-EC3C-A019C31597F9}"/>
          </ac:spMkLst>
        </pc:spChg>
        <pc:spChg chg="mod">
          <ac:chgData name="Atturu Jaganmohanreddy" userId="02001174c0b35c01" providerId="LiveId" clId="{C8E0087E-1F7E-4FB4-895F-C04A2D399884}" dt="2026-01-12T15:03:25.906" v="5410" actId="113"/>
          <ac:spMkLst>
            <pc:docMk/>
            <pc:sldMk cId="1083887245" sldId="564"/>
            <ac:spMk id="3" creationId="{F75EBFD2-4686-9CD6-7227-F57361BE878D}"/>
          </ac:spMkLst>
        </pc:spChg>
      </pc:sldChg>
      <pc:sldChg chg="addSp delSp modSp add mod">
        <pc:chgData name="Atturu Jaganmohanreddy" userId="02001174c0b35c01" providerId="LiveId" clId="{C8E0087E-1F7E-4FB4-895F-C04A2D399884}" dt="2026-01-13T14:35:34.706" v="5446" actId="113"/>
        <pc:sldMkLst>
          <pc:docMk/>
          <pc:sldMk cId="2604496396" sldId="566"/>
        </pc:sldMkLst>
        <pc:spChg chg="mod">
          <ac:chgData name="Atturu Jaganmohanreddy" userId="02001174c0b35c01" providerId="LiveId" clId="{C8E0087E-1F7E-4FB4-895F-C04A2D399884}" dt="2026-01-11T04:52:50.179" v="5387" actId="1076"/>
          <ac:spMkLst>
            <pc:docMk/>
            <pc:sldMk cId="2604496396" sldId="566"/>
            <ac:spMk id="2" creationId="{6B5D1A0B-236C-CB81-95A7-D6803EA4CB53}"/>
          </ac:spMkLst>
        </pc:spChg>
        <pc:spChg chg="add mod">
          <ac:chgData name="Atturu Jaganmohanreddy" userId="02001174c0b35c01" providerId="LiveId" clId="{C8E0087E-1F7E-4FB4-895F-C04A2D399884}" dt="2026-01-13T14:35:34.706" v="5446" actId="113"/>
          <ac:spMkLst>
            <pc:docMk/>
            <pc:sldMk cId="2604496396" sldId="566"/>
            <ac:spMk id="6" creationId="{12FD3FE0-F61C-01A3-1562-D185672A9422}"/>
          </ac:spMkLst>
        </pc:spChg>
      </pc:sldChg>
      <pc:sldChg chg="modSp new mod">
        <pc:chgData name="Atturu Jaganmohanreddy" userId="02001174c0b35c01" providerId="LiveId" clId="{C8E0087E-1F7E-4FB4-895F-C04A2D399884}" dt="2026-02-02T14:31:07.965" v="6018" actId="20577"/>
        <pc:sldMkLst>
          <pc:docMk/>
          <pc:sldMk cId="4154666996" sldId="567"/>
        </pc:sldMkLst>
        <pc:spChg chg="mod">
          <ac:chgData name="Atturu Jaganmohanreddy" userId="02001174c0b35c01" providerId="LiveId" clId="{C8E0087E-1F7E-4FB4-895F-C04A2D399884}" dt="2026-02-02T14:31:07.965" v="6018" actId="20577"/>
          <ac:spMkLst>
            <pc:docMk/>
            <pc:sldMk cId="4154666996" sldId="567"/>
            <ac:spMk id="2" creationId="{07576D78-74FA-82BC-FE42-C86CAF158806}"/>
          </ac:spMkLst>
        </pc:spChg>
        <pc:spChg chg="mod">
          <ac:chgData name="Atturu Jaganmohanreddy" userId="02001174c0b35c01" providerId="LiveId" clId="{C8E0087E-1F7E-4FB4-895F-C04A2D399884}" dt="2026-02-02T14:30:18.874" v="6016" actId="20577"/>
          <ac:spMkLst>
            <pc:docMk/>
            <pc:sldMk cId="4154666996" sldId="567"/>
            <ac:spMk id="3" creationId="{1442C7A0-5572-9BC9-DD45-CBBD6E5C734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2/2/2026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>
            <a:extLst>
              <a:ext uri="{FF2B5EF4-FFF2-40B4-BE49-F238E27FC236}">
                <a16:creationId xmlns:a16="http://schemas.microsoft.com/office/drawing/2014/main" id="{F51FEA09-E4BD-0741-D624-EED4A231C599}"/>
              </a:ext>
            </a:extLst>
          </p:cNvPr>
          <p:cNvSpPr/>
          <p:nvPr userDrawn="1"/>
        </p:nvSpPr>
        <p:spPr>
          <a:xfrm rot="10800000">
            <a:off x="853427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0"/>
                </a:schemeClr>
              </a:gs>
              <a:gs pos="99000">
                <a:schemeClr val="accent3">
                  <a:alpha val="71647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B707B5BA-AB15-D1EF-EBC5-F38FCE20FC52}"/>
              </a:ext>
            </a:extLst>
          </p:cNvPr>
          <p:cNvSpPr/>
          <p:nvPr userDrawn="1"/>
        </p:nvSpPr>
        <p:spPr>
          <a:xfrm rot="710202" flipV="1">
            <a:off x="-145573" y="4175628"/>
            <a:ext cx="6040006" cy="3240870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97000">
                <a:schemeClr val="accent3">
                  <a:lumMod val="50000"/>
                  <a:alpha val="21210"/>
                </a:schemeClr>
              </a:gs>
              <a:gs pos="72000">
                <a:schemeClr val="accent4">
                  <a:lumMod val="50000"/>
                </a:schemeClr>
              </a:gs>
              <a:gs pos="3000">
                <a:schemeClr val="accent6">
                  <a:alpha val="53787"/>
                </a:schemeClr>
              </a:gs>
            </a:gsLst>
            <a:lin ang="81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1AF73CC-B23B-6DCD-7E3E-8213485DF9B7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3104925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reeform 1">
            <a:extLst>
              <a:ext uri="{FF2B5EF4-FFF2-40B4-BE49-F238E27FC236}">
                <a16:creationId xmlns:a16="http://schemas.microsoft.com/office/drawing/2014/main" id="{0319ECD0-7050-C18F-AC35-7F8DFA288A58}"/>
              </a:ext>
            </a:extLst>
          </p:cNvPr>
          <p:cNvSpPr/>
          <p:nvPr userDrawn="1"/>
        </p:nvSpPr>
        <p:spPr>
          <a:xfrm>
            <a:off x="-24334" y="1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31889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2954FC-1C1B-B277-413F-3CBA66FD1EAD}"/>
              </a:ext>
            </a:extLst>
          </p:cNvPr>
          <p:cNvSpPr/>
          <p:nvPr userDrawn="1"/>
        </p:nvSpPr>
        <p:spPr>
          <a:xfrm flipH="1" flipV="1">
            <a:off x="-26982" y="9939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5011629 w 12218982"/>
              <a:gd name="connsiteY10" fmla="*/ 121918 h 6860673"/>
              <a:gd name="connsiteX11" fmla="*/ 4783396 w 12218982"/>
              <a:gd name="connsiteY11" fmla="*/ 139697 h 6860673"/>
              <a:gd name="connsiteX12" fmla="*/ 4570293 w 12218982"/>
              <a:gd name="connsiteY12" fmla="*/ 145085 h 6860673"/>
              <a:gd name="connsiteX13" fmla="*/ 692864 w 12218982"/>
              <a:gd name="connsiteY13" fmla="*/ 2723368 h 6860673"/>
              <a:gd name="connsiteX14" fmla="*/ 653810 w 12218982"/>
              <a:gd name="connsiteY14" fmla="*/ 2809752 h 6860673"/>
              <a:gd name="connsiteX15" fmla="*/ 633474 w 12218982"/>
              <a:gd name="connsiteY15" fmla="*/ 2851993 h 6860673"/>
              <a:gd name="connsiteX16" fmla="*/ 551923 w 12218982"/>
              <a:gd name="connsiteY16" fmla="*/ 3041708 h 6860673"/>
              <a:gd name="connsiteX17" fmla="*/ 532245 w 12218982"/>
              <a:gd name="connsiteY17" fmla="*/ 3101107 h 6860673"/>
              <a:gd name="connsiteX18" fmla="*/ 519820 w 12218982"/>
              <a:gd name="connsiteY18" fmla="*/ 3132620 h 6860673"/>
              <a:gd name="connsiteX19" fmla="*/ 242995 w 12218982"/>
              <a:gd name="connsiteY19" fmla="*/ 4701210 h 6860673"/>
              <a:gd name="connsiteX20" fmla="*/ 692864 w 12218982"/>
              <a:gd name="connsiteY20" fmla="*/ 6679052 h 6860673"/>
              <a:gd name="connsiteX21" fmla="*/ 784515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5278815" y="113616"/>
                  <a:pt x="5143479" y="115764"/>
                  <a:pt x="5011629" y="121918"/>
                </a:cubicBezTo>
                <a:lnTo>
                  <a:pt x="4783396" y="139697"/>
                </a:lnTo>
                <a:lnTo>
                  <a:pt x="4570293" y="145085"/>
                </a:lnTo>
                <a:cubicBezTo>
                  <a:pt x="2859647" y="231798"/>
                  <a:pt x="1397605" y="1260791"/>
                  <a:pt x="692864" y="2723368"/>
                </a:cubicBezTo>
                <a:lnTo>
                  <a:pt x="653810" y="2809752"/>
                </a:lnTo>
                <a:lnTo>
                  <a:pt x="633474" y="2851993"/>
                </a:lnTo>
                <a:cubicBezTo>
                  <a:pt x="600933" y="2920155"/>
                  <a:pt x="575052" y="2977311"/>
                  <a:pt x="551923" y="3041708"/>
                </a:cubicBezTo>
                <a:lnTo>
                  <a:pt x="532245" y="3101107"/>
                </a:lnTo>
                <a:lnTo>
                  <a:pt x="519820" y="3132620"/>
                </a:lnTo>
                <a:cubicBezTo>
                  <a:pt x="340732" y="3621732"/>
                  <a:pt x="242995" y="4150057"/>
                  <a:pt x="242995" y="4701210"/>
                </a:cubicBezTo>
                <a:cubicBezTo>
                  <a:pt x="242995" y="5409836"/>
                  <a:pt x="404560" y="6080725"/>
                  <a:pt x="692864" y="6679052"/>
                </a:cubicBezTo>
                <a:lnTo>
                  <a:pt x="784515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50000"/>
                </a:schemeClr>
              </a:gs>
              <a:gs pos="77000">
                <a:schemeClr val="accent3">
                  <a:lumMod val="25000"/>
                  <a:alpha val="0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4">
            <a:extLst>
              <a:ext uri="{FF2B5EF4-FFF2-40B4-BE49-F238E27FC236}">
                <a16:creationId xmlns:a16="http://schemas.microsoft.com/office/drawing/2014/main" id="{9AD65933-4DAE-2A46-C7F9-2A20CB244088}"/>
              </a:ext>
            </a:extLst>
          </p:cNvPr>
          <p:cNvSpPr/>
          <p:nvPr userDrawn="1"/>
        </p:nvSpPr>
        <p:spPr>
          <a:xfrm>
            <a:off x="4603793" y="0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41000">
                <a:schemeClr val="accent5">
                  <a:alpha val="21000"/>
                </a:schemeClr>
              </a:gs>
              <a:gs pos="98000">
                <a:schemeClr val="accent5">
                  <a:lumMod val="50000"/>
                </a:schemeClr>
              </a:gs>
            </a:gsLst>
            <a:lin ang="132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078C0FDD-401B-0E80-5823-215C99BAE6B2}"/>
              </a:ext>
            </a:extLst>
          </p:cNvPr>
          <p:cNvSpPr/>
          <p:nvPr userDrawn="1"/>
        </p:nvSpPr>
        <p:spPr>
          <a:xfrm rot="710202" flipH="1">
            <a:off x="6511239" y="-551340"/>
            <a:ext cx="5838132" cy="3132551"/>
          </a:xfrm>
          <a:custGeom>
            <a:avLst/>
            <a:gdLst>
              <a:gd name="connsiteX0" fmla="*/ 480125 w 6747252"/>
              <a:gd name="connsiteY0" fmla="*/ 0 h 3620355"/>
              <a:gd name="connsiteX1" fmla="*/ 6747252 w 6747252"/>
              <a:gd name="connsiteY1" fmla="*/ 1313462 h 3620355"/>
              <a:gd name="connsiteX2" fmla="*/ 6355443 w 6747252"/>
              <a:gd name="connsiteY2" fmla="*/ 1443581 h 3620355"/>
              <a:gd name="connsiteX3" fmla="*/ 4058536 w 6747252"/>
              <a:gd name="connsiteY3" fmla="*/ 2678500 h 3620355"/>
              <a:gd name="connsiteX4" fmla="*/ 33178 w 6747252"/>
              <a:gd name="connsiteY4" fmla="*/ 2369641 h 3620355"/>
              <a:gd name="connsiteX5" fmla="*/ 0 w 6747252"/>
              <a:gd name="connsiteY5" fmla="*/ 2290898 h 3620355"/>
              <a:gd name="connsiteX6" fmla="*/ 480125 w 6747252"/>
              <a:gd name="connsiteY6" fmla="*/ 0 h 3620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47252" h="3620355">
                <a:moveTo>
                  <a:pt x="480125" y="0"/>
                </a:moveTo>
                <a:lnTo>
                  <a:pt x="6747252" y="1313462"/>
                </a:lnTo>
                <a:lnTo>
                  <a:pt x="6355443" y="1443581"/>
                </a:lnTo>
                <a:cubicBezTo>
                  <a:pt x="5476828" y="1758684"/>
                  <a:pt x="4659690" y="2192443"/>
                  <a:pt x="4058536" y="2678500"/>
                </a:cubicBezTo>
                <a:cubicBezTo>
                  <a:pt x="2102261" y="4268418"/>
                  <a:pt x="625747" y="3626023"/>
                  <a:pt x="33178" y="2369641"/>
                </a:cubicBezTo>
                <a:lnTo>
                  <a:pt x="0" y="2290898"/>
                </a:lnTo>
                <a:lnTo>
                  <a:pt x="480125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4">
                  <a:lumMod val="75000"/>
                  <a:alpha val="19000"/>
                </a:schemeClr>
              </a:gs>
              <a:gs pos="0">
                <a:schemeClr val="accent6">
                  <a:alpha val="61994"/>
                </a:schemeClr>
              </a:gs>
            </a:gsLst>
            <a:lin ang="27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9921240" cy="148132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42611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340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2257B9-FE58-1976-7115-17E05E5819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AF040BB-6465-852C-B53C-074E90BB09D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192" y="832104"/>
            <a:ext cx="8878824" cy="1069848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6192" y="2212848"/>
            <a:ext cx="6422136" cy="3282696"/>
          </a:xfrm>
        </p:spPr>
        <p:txBody>
          <a:bodyPr>
            <a:noAutofit/>
          </a:bodyPr>
          <a:lstStyle>
            <a:lvl1pPr marL="347472">
              <a:lnSpc>
                <a:spcPct val="150000"/>
              </a:lnSpc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167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BE68DE5-FB8F-C713-B589-69851789C6C5}"/>
              </a:ext>
            </a:extLst>
          </p:cNvPr>
          <p:cNvSpPr/>
          <p:nvPr userDrawn="1"/>
        </p:nvSpPr>
        <p:spPr>
          <a:xfrm>
            <a:off x="1" y="4852144"/>
            <a:ext cx="5681755" cy="2002200"/>
          </a:xfrm>
          <a:custGeom>
            <a:avLst/>
            <a:gdLst>
              <a:gd name="connsiteX0" fmla="*/ 320629 w 5681755"/>
              <a:gd name="connsiteY0" fmla="*/ 0 h 2002200"/>
              <a:gd name="connsiteX1" fmla="*/ 375829 w 5681755"/>
              <a:gd name="connsiteY1" fmla="*/ 158026 h 2002200"/>
              <a:gd name="connsiteX2" fmla="*/ 897491 w 5681755"/>
              <a:gd name="connsiteY2" fmla="*/ 961690 h 2002200"/>
              <a:gd name="connsiteX3" fmla="*/ 4054478 w 5681755"/>
              <a:gd name="connsiteY3" fmla="*/ 1474149 h 2002200"/>
              <a:gd name="connsiteX4" fmla="*/ 5679398 w 5681755"/>
              <a:gd name="connsiteY4" fmla="*/ 1986034 h 2002200"/>
              <a:gd name="connsiteX5" fmla="*/ 5681755 w 5681755"/>
              <a:gd name="connsiteY5" fmla="*/ 2002200 h 2002200"/>
              <a:gd name="connsiteX6" fmla="*/ 0 w 5681755"/>
              <a:gd name="connsiteY6" fmla="*/ 1989323 h 2002200"/>
              <a:gd name="connsiteX7" fmla="*/ 0 w 5681755"/>
              <a:gd name="connsiteY7" fmla="*/ 1952135 h 20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681755" h="2002200">
                <a:moveTo>
                  <a:pt x="320629" y="0"/>
                </a:moveTo>
                <a:lnTo>
                  <a:pt x="375829" y="158026"/>
                </a:lnTo>
                <a:cubicBezTo>
                  <a:pt x="503741" y="486192"/>
                  <a:pt x="688117" y="753054"/>
                  <a:pt x="897491" y="961690"/>
                </a:cubicBezTo>
                <a:cubicBezTo>
                  <a:pt x="1455821" y="1518049"/>
                  <a:pt x="3033468" y="1694058"/>
                  <a:pt x="4054478" y="1474149"/>
                </a:cubicBezTo>
                <a:cubicBezTo>
                  <a:pt x="5094564" y="1247948"/>
                  <a:pt x="5587838" y="1548928"/>
                  <a:pt x="5679398" y="1986034"/>
                </a:cubicBezTo>
                <a:lnTo>
                  <a:pt x="5681755" y="2002200"/>
                </a:lnTo>
                <a:lnTo>
                  <a:pt x="0" y="1989323"/>
                </a:lnTo>
                <a:lnTo>
                  <a:pt x="0" y="1952135"/>
                </a:lnTo>
                <a:close/>
              </a:path>
            </a:pathLst>
          </a:custGeom>
          <a:gradFill flip="none" rotWithShape="1">
            <a:gsLst>
              <a:gs pos="77000">
                <a:schemeClr val="accent3">
                  <a:lumMod val="25000"/>
                  <a:alpha val="0"/>
                </a:schemeClr>
              </a:gs>
              <a:gs pos="0">
                <a:schemeClr val="tx2">
                  <a:alpha val="7077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6B337A9-EA8E-4E30-3CF4-C681F9705934}"/>
              </a:ext>
            </a:extLst>
          </p:cNvPr>
          <p:cNvSpPr/>
          <p:nvPr userDrawn="1"/>
        </p:nvSpPr>
        <p:spPr>
          <a:xfrm>
            <a:off x="1" y="0"/>
            <a:ext cx="6392389" cy="3297866"/>
          </a:xfrm>
          <a:custGeom>
            <a:avLst/>
            <a:gdLst>
              <a:gd name="connsiteX0" fmla="*/ 0 w 6392389"/>
              <a:gd name="connsiteY0" fmla="*/ 0 h 3297866"/>
              <a:gd name="connsiteX1" fmla="*/ 6392389 w 6392389"/>
              <a:gd name="connsiteY1" fmla="*/ 0 h 3297866"/>
              <a:gd name="connsiteX2" fmla="*/ 6039257 w 6392389"/>
              <a:gd name="connsiteY2" fmla="*/ 205593 h 3297866"/>
              <a:gd name="connsiteX3" fmla="*/ 4044501 w 6392389"/>
              <a:gd name="connsiteY3" fmla="*/ 1885401 h 3297866"/>
              <a:gd name="connsiteX4" fmla="*/ 41384 w 6392389"/>
              <a:gd name="connsiteY4" fmla="*/ 2408804 h 3297866"/>
              <a:gd name="connsiteX5" fmla="*/ 0 w 6392389"/>
              <a:gd name="connsiteY5" fmla="*/ 2349004 h 329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392389" h="3297866">
                <a:moveTo>
                  <a:pt x="0" y="0"/>
                </a:moveTo>
                <a:lnTo>
                  <a:pt x="6392389" y="0"/>
                </a:lnTo>
                <a:lnTo>
                  <a:pt x="6039257" y="205593"/>
                </a:lnTo>
                <a:cubicBezTo>
                  <a:pt x="5243960" y="694220"/>
                  <a:pt x="4533171" y="1286369"/>
                  <a:pt x="4044501" y="1885401"/>
                </a:cubicBezTo>
                <a:cubicBezTo>
                  <a:pt x="2455953" y="3842789"/>
                  <a:pt x="879065" y="3516921"/>
                  <a:pt x="41384" y="2408804"/>
                </a:cubicBezTo>
                <a:lnTo>
                  <a:pt x="0" y="2349004"/>
                </a:lnTo>
                <a:close/>
              </a:path>
            </a:pathLst>
          </a:custGeom>
          <a:gradFill flip="none" rotWithShape="1">
            <a:gsLst>
              <a:gs pos="20000">
                <a:schemeClr val="accent3">
                  <a:lumMod val="25000"/>
                </a:schemeClr>
              </a:gs>
              <a:gs pos="100000">
                <a:schemeClr val="tx2">
                  <a:alpha val="54000"/>
                </a:schemeClr>
              </a:gs>
            </a:gsLst>
            <a:lin ang="102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85D1DB-F6B1-8F65-1FDB-5CDD731A6DFC}"/>
              </a:ext>
            </a:extLst>
          </p:cNvPr>
          <p:cNvSpPr/>
          <p:nvPr userDrawn="1"/>
        </p:nvSpPr>
        <p:spPr>
          <a:xfrm>
            <a:off x="9517205" y="2"/>
            <a:ext cx="2674794" cy="6857999"/>
          </a:xfrm>
          <a:custGeom>
            <a:avLst/>
            <a:gdLst>
              <a:gd name="connsiteX0" fmla="*/ 2674793 w 2674794"/>
              <a:gd name="connsiteY0" fmla="*/ 0 h 6857999"/>
              <a:gd name="connsiteX1" fmla="*/ 2674794 w 2674794"/>
              <a:gd name="connsiteY1" fmla="*/ 6857999 h 6857999"/>
              <a:gd name="connsiteX2" fmla="*/ 1158844 w 2674794"/>
              <a:gd name="connsiteY2" fmla="*/ 6857999 h 6857999"/>
              <a:gd name="connsiteX3" fmla="*/ 1212639 w 2674794"/>
              <a:gd name="connsiteY3" fmla="*/ 6771304 h 6857999"/>
              <a:gd name="connsiteX4" fmla="*/ 1327460 w 2674794"/>
              <a:gd name="connsiteY4" fmla="*/ 6554527 h 6857999"/>
              <a:gd name="connsiteX5" fmla="*/ 545566 w 2674794"/>
              <a:gd name="connsiteY5" fmla="*/ 2293136 h 6857999"/>
              <a:gd name="connsiteX6" fmla="*/ 381787 w 2674794"/>
              <a:gd name="connsiteY6" fmla="*/ 3827 h 6857999"/>
              <a:gd name="connsiteX7" fmla="*/ 386161 w 2674794"/>
              <a:gd name="connsiteY7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74794" h="6857999">
                <a:moveTo>
                  <a:pt x="2674793" y="0"/>
                </a:moveTo>
                <a:lnTo>
                  <a:pt x="2674794" y="6857999"/>
                </a:lnTo>
                <a:lnTo>
                  <a:pt x="1158844" y="6857999"/>
                </a:lnTo>
                <a:lnTo>
                  <a:pt x="1212639" y="6771304"/>
                </a:lnTo>
                <a:cubicBezTo>
                  <a:pt x="1256917" y="6696480"/>
                  <a:pt x="1295401" y="6624001"/>
                  <a:pt x="1327460" y="6554527"/>
                </a:cubicBezTo>
                <a:cubicBezTo>
                  <a:pt x="1840424" y="5442926"/>
                  <a:pt x="1337703" y="3374924"/>
                  <a:pt x="545566" y="2293136"/>
                </a:cubicBezTo>
                <a:cubicBezTo>
                  <a:pt x="-210423" y="1266170"/>
                  <a:pt x="-98154" y="469786"/>
                  <a:pt x="381787" y="3827"/>
                </a:cubicBezTo>
                <a:lnTo>
                  <a:pt x="386161" y="0"/>
                </a:lnTo>
                <a:close/>
              </a:path>
            </a:pathLst>
          </a:custGeom>
          <a:solidFill>
            <a:schemeClr val="tx2">
              <a:alpha val="32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glass card">
            <a:extLst>
              <a:ext uri="{FF2B5EF4-FFF2-40B4-BE49-F238E27FC236}">
                <a16:creationId xmlns:a16="http://schemas.microsoft.com/office/drawing/2014/main" id="{BAC99002-32F5-F4C1-2519-F23274B0580C}"/>
              </a:ext>
            </a:extLst>
          </p:cNvPr>
          <p:cNvSpPr/>
          <p:nvPr userDrawn="1"/>
        </p:nvSpPr>
        <p:spPr>
          <a:xfrm>
            <a:off x="1365705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100000">
                <a:schemeClr val="bg1">
                  <a:alpha val="3000"/>
                </a:schemeClr>
              </a:gs>
              <a:gs pos="47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DF239B3-DB66-3CD4-1BFE-4EBA82BC4A44}"/>
              </a:ext>
            </a:extLst>
          </p:cNvPr>
          <p:cNvSpPr/>
          <p:nvPr userDrawn="1"/>
        </p:nvSpPr>
        <p:spPr>
          <a:xfrm>
            <a:off x="0" y="5255333"/>
            <a:ext cx="2769194" cy="1602667"/>
          </a:xfrm>
          <a:custGeom>
            <a:avLst/>
            <a:gdLst>
              <a:gd name="connsiteX0" fmla="*/ 0 w 2769194"/>
              <a:gd name="connsiteY0" fmla="*/ 0 h 1602667"/>
              <a:gd name="connsiteX1" fmla="*/ 93250 w 2769194"/>
              <a:gd name="connsiteY1" fmla="*/ 101565 h 1602667"/>
              <a:gd name="connsiteX2" fmla="*/ 2646213 w 2769194"/>
              <a:gd name="connsiteY2" fmla="*/ 1567071 h 1602667"/>
              <a:gd name="connsiteX3" fmla="*/ 2769194 w 2769194"/>
              <a:gd name="connsiteY3" fmla="*/ 1602667 h 1602667"/>
              <a:gd name="connsiteX4" fmla="*/ 0 w 2769194"/>
              <a:gd name="connsiteY4" fmla="*/ 1602667 h 1602667"/>
              <a:gd name="connsiteX5" fmla="*/ 0 w 2769194"/>
              <a:gd name="connsiteY5" fmla="*/ 807120 h 16026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769194" h="1602667">
                <a:moveTo>
                  <a:pt x="0" y="0"/>
                </a:moveTo>
                <a:lnTo>
                  <a:pt x="93250" y="101565"/>
                </a:lnTo>
                <a:cubicBezTo>
                  <a:pt x="702540" y="735306"/>
                  <a:pt x="1672588" y="1259605"/>
                  <a:pt x="2646213" y="1567071"/>
                </a:cubicBezTo>
                <a:lnTo>
                  <a:pt x="2769194" y="1602667"/>
                </a:lnTo>
                <a:lnTo>
                  <a:pt x="0" y="1602667"/>
                </a:lnTo>
                <a:lnTo>
                  <a:pt x="0" y="807120"/>
                </a:lnTo>
                <a:close/>
              </a:path>
            </a:pathLst>
          </a:custGeom>
          <a:gradFill flip="none" rotWithShape="1">
            <a:gsLst>
              <a:gs pos="60000">
                <a:schemeClr val="accent3">
                  <a:alpha val="45000"/>
                </a:schemeClr>
              </a:gs>
              <a:gs pos="99000">
                <a:schemeClr val="accent5">
                  <a:alpha val="66721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169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29968"/>
            <a:ext cx="9144000" cy="1069848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0" y="3803904"/>
            <a:ext cx="7068312" cy="758952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2753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4F769D-48D3-2655-40A4-674F657B74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A0756-78EA-68DD-4650-F40EF5F2520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5340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6">
            <a:extLst>
              <a:ext uri="{FF2B5EF4-FFF2-40B4-BE49-F238E27FC236}">
                <a16:creationId xmlns:a16="http://schemas.microsoft.com/office/drawing/2014/main" id="{77AD3460-2264-3A46-993B-9F2AACED0504}"/>
              </a:ext>
            </a:extLst>
          </p:cNvPr>
          <p:cNvSpPr/>
          <p:nvPr userDrawn="1"/>
        </p:nvSpPr>
        <p:spPr>
          <a:xfrm rot="10800000">
            <a:off x="5393054" y="5650992"/>
            <a:ext cx="6821472" cy="1207007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BBBF3E9C-CCEA-98FA-7F69-55AF07558021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 9">
            <a:extLst>
              <a:ext uri="{FF2B5EF4-FFF2-40B4-BE49-F238E27FC236}">
                <a16:creationId xmlns:a16="http://schemas.microsoft.com/office/drawing/2014/main" id="{4F937A84-95EC-EB44-470A-C82AD8E99897}"/>
              </a:ext>
            </a:extLst>
          </p:cNvPr>
          <p:cNvSpPr/>
          <p:nvPr userDrawn="1"/>
        </p:nvSpPr>
        <p:spPr>
          <a:xfrm>
            <a:off x="-24334" y="0"/>
            <a:ext cx="12218982" cy="6860673"/>
          </a:xfrm>
          <a:custGeom>
            <a:avLst/>
            <a:gdLst>
              <a:gd name="connsiteX0" fmla="*/ 4456 w 12218982"/>
              <a:gd name="connsiteY0" fmla="*/ 0 h 6860673"/>
              <a:gd name="connsiteX1" fmla="*/ 3150735 w 12218982"/>
              <a:gd name="connsiteY1" fmla="*/ 0 h 6860673"/>
              <a:gd name="connsiteX2" fmla="*/ 3150734 w 12218982"/>
              <a:gd name="connsiteY2" fmla="*/ 1 h 6860673"/>
              <a:gd name="connsiteX3" fmla="*/ 3275209 w 12218982"/>
              <a:gd name="connsiteY3" fmla="*/ 1 h 6860673"/>
              <a:gd name="connsiteX4" fmla="*/ 3275209 w 12218982"/>
              <a:gd name="connsiteY4" fmla="*/ 0 h 6860673"/>
              <a:gd name="connsiteX5" fmla="*/ 12218982 w 12218982"/>
              <a:gd name="connsiteY5" fmla="*/ 0 h 6860673"/>
              <a:gd name="connsiteX6" fmla="*/ 12218982 w 12218982"/>
              <a:gd name="connsiteY6" fmla="*/ 1983013 h 6860673"/>
              <a:gd name="connsiteX7" fmla="*/ 12062259 w 12218982"/>
              <a:gd name="connsiteY7" fmla="*/ 2024385 h 6860673"/>
              <a:gd name="connsiteX8" fmla="*/ 10972986 w 12218982"/>
              <a:gd name="connsiteY8" fmla="*/ 2139627 h 6860673"/>
              <a:gd name="connsiteX9" fmla="*/ 5417726 w 12218982"/>
              <a:gd name="connsiteY9" fmla="*/ 115939 h 6860673"/>
              <a:gd name="connsiteX10" fmla="*/ 3916598 w 12218982"/>
              <a:gd name="connsiteY10" fmla="*/ 272807 h 6860673"/>
              <a:gd name="connsiteX11" fmla="*/ 3863345 w 12218982"/>
              <a:gd name="connsiteY11" fmla="*/ 286233 h 6860673"/>
              <a:gd name="connsiteX12" fmla="*/ 3729781 w 12218982"/>
              <a:gd name="connsiteY12" fmla="*/ 323286 h 6860673"/>
              <a:gd name="connsiteX13" fmla="*/ 1717096 w 12218982"/>
              <a:gd name="connsiteY13" fmla="*/ 1451719 h 6860673"/>
              <a:gd name="connsiteX14" fmla="*/ 708597 w 12218982"/>
              <a:gd name="connsiteY14" fmla="*/ 2695590 h 6860673"/>
              <a:gd name="connsiteX15" fmla="*/ 486880 w 12218982"/>
              <a:gd name="connsiteY15" fmla="*/ 3274865 h 6860673"/>
              <a:gd name="connsiteX16" fmla="*/ 365997 w 12218982"/>
              <a:gd name="connsiteY16" fmla="*/ 3984708 h 6860673"/>
              <a:gd name="connsiteX17" fmla="*/ 341340 w 12218982"/>
              <a:gd name="connsiteY17" fmla="*/ 4301231 h 6860673"/>
              <a:gd name="connsiteX18" fmla="*/ 341340 w 12218982"/>
              <a:gd name="connsiteY18" fmla="*/ 5007890 h 6860673"/>
              <a:gd name="connsiteX19" fmla="*/ 343276 w 12218982"/>
              <a:gd name="connsiteY19" fmla="*/ 5047516 h 6860673"/>
              <a:gd name="connsiteX20" fmla="*/ 814636 w 12218982"/>
              <a:gd name="connsiteY20" fmla="*/ 6666819 h 6860673"/>
              <a:gd name="connsiteX21" fmla="*/ 915601 w 12218982"/>
              <a:gd name="connsiteY21" fmla="*/ 6858000 h 6860673"/>
              <a:gd name="connsiteX22" fmla="*/ 341340 w 12218982"/>
              <a:gd name="connsiteY22" fmla="*/ 6858000 h 6860673"/>
              <a:gd name="connsiteX23" fmla="*/ 341340 w 12218982"/>
              <a:gd name="connsiteY23" fmla="*/ 6860673 h 6860673"/>
              <a:gd name="connsiteX24" fmla="*/ 4456 w 12218982"/>
              <a:gd name="connsiteY24" fmla="*/ 6860673 h 6860673"/>
              <a:gd name="connsiteX25" fmla="*/ 4456 w 12218982"/>
              <a:gd name="connsiteY25" fmla="*/ 2794000 h 6860673"/>
              <a:gd name="connsiteX26" fmla="*/ 0 w 12218982"/>
              <a:gd name="connsiteY26" fmla="*/ 2794000 h 6860673"/>
              <a:gd name="connsiteX27" fmla="*/ 0 w 12218982"/>
              <a:gd name="connsiteY27" fmla="*/ 2022550 h 6860673"/>
              <a:gd name="connsiteX28" fmla="*/ 4456 w 12218982"/>
              <a:gd name="connsiteY28" fmla="*/ 2022550 h 6860673"/>
              <a:gd name="connsiteX29" fmla="*/ 4456 w 12218982"/>
              <a:gd name="connsiteY29" fmla="*/ 1646989 h 6860673"/>
              <a:gd name="connsiteX30" fmla="*/ 4456 w 12218982"/>
              <a:gd name="connsiteY30" fmla="*/ 0 h 6860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12218982" h="6860673">
                <a:moveTo>
                  <a:pt x="4456" y="0"/>
                </a:moveTo>
                <a:lnTo>
                  <a:pt x="3150735" y="0"/>
                </a:lnTo>
                <a:lnTo>
                  <a:pt x="3150734" y="1"/>
                </a:lnTo>
                <a:lnTo>
                  <a:pt x="3275209" y="1"/>
                </a:lnTo>
                <a:lnTo>
                  <a:pt x="3275209" y="0"/>
                </a:lnTo>
                <a:lnTo>
                  <a:pt x="12218982" y="0"/>
                </a:lnTo>
                <a:lnTo>
                  <a:pt x="12218982" y="1983013"/>
                </a:lnTo>
                <a:lnTo>
                  <a:pt x="12062259" y="2024385"/>
                </a:lnTo>
                <a:cubicBezTo>
                  <a:pt x="11728036" y="2099441"/>
                  <a:pt x="11364094" y="2141640"/>
                  <a:pt x="10972986" y="2139627"/>
                </a:cubicBezTo>
                <a:cubicBezTo>
                  <a:pt x="8748018" y="2128176"/>
                  <a:pt x="7788484" y="155587"/>
                  <a:pt x="5417726" y="115939"/>
                </a:cubicBezTo>
                <a:cubicBezTo>
                  <a:pt x="4862080" y="106647"/>
                  <a:pt x="4363654" y="168899"/>
                  <a:pt x="3916598" y="272807"/>
                </a:cubicBezTo>
                <a:lnTo>
                  <a:pt x="3863345" y="286233"/>
                </a:lnTo>
                <a:lnTo>
                  <a:pt x="3729781" y="323286"/>
                </a:lnTo>
                <a:cubicBezTo>
                  <a:pt x="3036967" y="532141"/>
                  <a:pt x="2352843" y="836886"/>
                  <a:pt x="1717096" y="1451719"/>
                </a:cubicBezTo>
                <a:cubicBezTo>
                  <a:pt x="1293264" y="1861607"/>
                  <a:pt x="966036" y="2282242"/>
                  <a:pt x="708597" y="2695590"/>
                </a:cubicBezTo>
                <a:cubicBezTo>
                  <a:pt x="593502" y="2938109"/>
                  <a:pt x="544310" y="3015870"/>
                  <a:pt x="486880" y="3274865"/>
                </a:cubicBezTo>
                <a:cubicBezTo>
                  <a:pt x="434927" y="3498394"/>
                  <a:pt x="385149" y="3635910"/>
                  <a:pt x="365997" y="3984708"/>
                </a:cubicBezTo>
                <a:lnTo>
                  <a:pt x="341340" y="4301231"/>
                </a:lnTo>
                <a:lnTo>
                  <a:pt x="341340" y="5007890"/>
                </a:lnTo>
                <a:cubicBezTo>
                  <a:pt x="341985" y="5021099"/>
                  <a:pt x="342631" y="5034307"/>
                  <a:pt x="343276" y="5047516"/>
                </a:cubicBezTo>
                <a:cubicBezTo>
                  <a:pt x="393784" y="5666740"/>
                  <a:pt x="577442" y="6188267"/>
                  <a:pt x="814636" y="6666819"/>
                </a:cubicBezTo>
                <a:lnTo>
                  <a:pt x="915601" y="6858000"/>
                </a:lnTo>
                <a:lnTo>
                  <a:pt x="341340" y="6858000"/>
                </a:lnTo>
                <a:lnTo>
                  <a:pt x="341340" y="6860673"/>
                </a:lnTo>
                <a:lnTo>
                  <a:pt x="4456" y="6860673"/>
                </a:lnTo>
                <a:lnTo>
                  <a:pt x="4456" y="2794000"/>
                </a:lnTo>
                <a:lnTo>
                  <a:pt x="0" y="2794000"/>
                </a:lnTo>
                <a:lnTo>
                  <a:pt x="0" y="2022550"/>
                </a:lnTo>
                <a:lnTo>
                  <a:pt x="4456" y="2022550"/>
                </a:lnTo>
                <a:lnTo>
                  <a:pt x="4456" y="1646989"/>
                </a:lnTo>
                <a:lnTo>
                  <a:pt x="4456" y="0"/>
                </a:lnTo>
                <a:close/>
              </a:path>
            </a:pathLst>
          </a:custGeom>
          <a:gradFill>
            <a:gsLst>
              <a:gs pos="0">
                <a:schemeClr val="accent3">
                  <a:lumMod val="25000"/>
                  <a:alpha val="60164"/>
                </a:schemeClr>
              </a:gs>
              <a:gs pos="77000">
                <a:schemeClr val="accent3">
                  <a:lumMod val="25000"/>
                  <a:alpha val="29492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Freeform 10">
            <a:extLst>
              <a:ext uri="{FF2B5EF4-FFF2-40B4-BE49-F238E27FC236}">
                <a16:creationId xmlns:a16="http://schemas.microsoft.com/office/drawing/2014/main" id="{A9BF091C-5F88-B50F-03BB-284950253993}"/>
              </a:ext>
            </a:extLst>
          </p:cNvPr>
          <p:cNvSpPr/>
          <p:nvPr userDrawn="1"/>
        </p:nvSpPr>
        <p:spPr>
          <a:xfrm flipV="1">
            <a:off x="204060" y="5377862"/>
            <a:ext cx="7471211" cy="1480138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tx2">
                  <a:alpha val="8123"/>
                </a:schemeClr>
              </a:gs>
              <a:gs pos="33000">
                <a:schemeClr val="accent6">
                  <a:alpha val="13919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6">
            <a:extLst>
              <a:ext uri="{FF2B5EF4-FFF2-40B4-BE49-F238E27FC236}">
                <a16:creationId xmlns:a16="http://schemas.microsoft.com/office/drawing/2014/main" id="{3FF8B459-35F5-072D-56FA-415EEABE6DC2}"/>
              </a:ext>
            </a:extLst>
          </p:cNvPr>
          <p:cNvSpPr/>
          <p:nvPr userDrawn="1"/>
        </p:nvSpPr>
        <p:spPr>
          <a:xfrm rot="10800000">
            <a:off x="-30287" y="4822578"/>
            <a:ext cx="12230888" cy="2040391"/>
          </a:xfrm>
          <a:custGeom>
            <a:avLst/>
            <a:gdLst>
              <a:gd name="connsiteX0" fmla="*/ 1751979 w 12230888"/>
              <a:gd name="connsiteY0" fmla="*/ 2040336 h 2040391"/>
              <a:gd name="connsiteX1" fmla="*/ 44227 w 12230888"/>
              <a:gd name="connsiteY1" fmla="*/ 1650944 h 2040391"/>
              <a:gd name="connsiteX2" fmla="*/ 0 w 12230888"/>
              <a:gd name="connsiteY2" fmla="*/ 1626084 h 2040391"/>
              <a:gd name="connsiteX3" fmla="*/ 0 w 12230888"/>
              <a:gd name="connsiteY3" fmla="*/ 0 h 2040391"/>
              <a:gd name="connsiteX4" fmla="*/ 12230888 w 12230888"/>
              <a:gd name="connsiteY4" fmla="*/ 0 h 2040391"/>
              <a:gd name="connsiteX5" fmla="*/ 12230888 w 12230888"/>
              <a:gd name="connsiteY5" fmla="*/ 1945571 h 2040391"/>
              <a:gd name="connsiteX6" fmla="*/ 12158569 w 12230888"/>
              <a:gd name="connsiteY6" fmla="*/ 1963333 h 2040391"/>
              <a:gd name="connsiteX7" fmla="*/ 11600914 w 12230888"/>
              <a:gd name="connsiteY7" fmla="*/ 2019284 h 2040391"/>
              <a:gd name="connsiteX8" fmla="*/ 9893162 w 12230888"/>
              <a:gd name="connsiteY8" fmla="*/ 1629893 h 2040391"/>
              <a:gd name="connsiteX9" fmla="*/ 9779649 w 12230888"/>
              <a:gd name="connsiteY9" fmla="*/ 1560235 h 2040391"/>
              <a:gd name="connsiteX10" fmla="*/ 9734876 w 12230888"/>
              <a:gd name="connsiteY10" fmla="*/ 1542756 h 2040391"/>
              <a:gd name="connsiteX11" fmla="*/ 6253752 w 12230888"/>
              <a:gd name="connsiteY11" fmla="*/ 400415 h 2040391"/>
              <a:gd name="connsiteX12" fmla="*/ 1751979 w 12230888"/>
              <a:gd name="connsiteY12" fmla="*/ 2040336 h 2040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230888" h="2040391">
                <a:moveTo>
                  <a:pt x="1751979" y="2040336"/>
                </a:moveTo>
                <a:cubicBezTo>
                  <a:pt x="1075843" y="2043817"/>
                  <a:pt x="499894" y="1884241"/>
                  <a:pt x="44227" y="1650944"/>
                </a:cubicBezTo>
                <a:lnTo>
                  <a:pt x="0" y="1626084"/>
                </a:lnTo>
                <a:lnTo>
                  <a:pt x="0" y="0"/>
                </a:lnTo>
                <a:lnTo>
                  <a:pt x="12230888" y="0"/>
                </a:lnTo>
                <a:lnTo>
                  <a:pt x="12230888" y="1945571"/>
                </a:lnTo>
                <a:lnTo>
                  <a:pt x="12158569" y="1963333"/>
                </a:lnTo>
                <a:cubicBezTo>
                  <a:pt x="11983060" y="1998243"/>
                  <a:pt x="11798121" y="2018269"/>
                  <a:pt x="11600914" y="2019284"/>
                </a:cubicBezTo>
                <a:cubicBezTo>
                  <a:pt x="10924778" y="2022765"/>
                  <a:pt x="10348830" y="1863190"/>
                  <a:pt x="9893162" y="1629893"/>
                </a:cubicBezTo>
                <a:lnTo>
                  <a:pt x="9779649" y="1560235"/>
                </a:lnTo>
                <a:lnTo>
                  <a:pt x="9734876" y="1542756"/>
                </a:lnTo>
                <a:cubicBezTo>
                  <a:pt x="9114026" y="1267812"/>
                  <a:pt x="8054852" y="370292"/>
                  <a:pt x="6253752" y="400415"/>
                </a:cubicBezTo>
                <a:cubicBezTo>
                  <a:pt x="4332581" y="432545"/>
                  <a:pt x="3555009" y="2031056"/>
                  <a:pt x="1751979" y="204033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23907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Freeform 17">
            <a:extLst>
              <a:ext uri="{FF2B5EF4-FFF2-40B4-BE49-F238E27FC236}">
                <a16:creationId xmlns:a16="http://schemas.microsoft.com/office/drawing/2014/main" id="{73867BC1-390E-647F-B33F-8622748E6530}"/>
              </a:ext>
            </a:extLst>
          </p:cNvPr>
          <p:cNvSpPr/>
          <p:nvPr userDrawn="1"/>
        </p:nvSpPr>
        <p:spPr>
          <a:xfrm>
            <a:off x="0" y="0"/>
            <a:ext cx="12192000" cy="2035422"/>
          </a:xfrm>
          <a:custGeom>
            <a:avLst/>
            <a:gdLst>
              <a:gd name="connsiteX0" fmla="*/ 0 w 12192000"/>
              <a:gd name="connsiteY0" fmla="*/ 0 h 2035422"/>
              <a:gd name="connsiteX1" fmla="*/ 12192000 w 12192000"/>
              <a:gd name="connsiteY1" fmla="*/ 0 h 2035422"/>
              <a:gd name="connsiteX2" fmla="*/ 12192000 w 12192000"/>
              <a:gd name="connsiteY2" fmla="*/ 1759689 h 2035422"/>
              <a:gd name="connsiteX3" fmla="*/ 12103306 w 12192000"/>
              <a:gd name="connsiteY3" fmla="*/ 1729773 h 2035422"/>
              <a:gd name="connsiteX4" fmla="*/ 11659615 w 12192000"/>
              <a:gd name="connsiteY4" fmla="*/ 1535038 h 2035422"/>
              <a:gd name="connsiteX5" fmla="*/ 11521247 w 12192000"/>
              <a:gd name="connsiteY5" fmla="*/ 1450127 h 2035422"/>
              <a:gd name="connsiteX6" fmla="*/ 11466670 w 12192000"/>
              <a:gd name="connsiteY6" fmla="*/ 1428821 h 2035422"/>
              <a:gd name="connsiteX7" fmla="*/ 7223297 w 12192000"/>
              <a:gd name="connsiteY7" fmla="*/ 36346 h 2035422"/>
              <a:gd name="connsiteX8" fmla="*/ 1735787 w 12192000"/>
              <a:gd name="connsiteY8" fmla="*/ 2035354 h 2035422"/>
              <a:gd name="connsiteX9" fmla="*/ 97785 w 12192000"/>
              <a:gd name="connsiteY9" fmla="*/ 1755433 h 2035422"/>
              <a:gd name="connsiteX10" fmla="*/ 0 w 12192000"/>
              <a:gd name="connsiteY10" fmla="*/ 1715854 h 2035422"/>
              <a:gd name="connsiteX11" fmla="*/ 0 w 12192000"/>
              <a:gd name="connsiteY11" fmla="*/ 0 h 2035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2035422">
                <a:moveTo>
                  <a:pt x="0" y="0"/>
                </a:moveTo>
                <a:lnTo>
                  <a:pt x="12192000" y="0"/>
                </a:lnTo>
                <a:lnTo>
                  <a:pt x="12192000" y="1759689"/>
                </a:lnTo>
                <a:lnTo>
                  <a:pt x="12103306" y="1729773"/>
                </a:lnTo>
                <a:cubicBezTo>
                  <a:pt x="11946501" y="1671612"/>
                  <a:pt x="11798476" y="1606133"/>
                  <a:pt x="11659615" y="1535038"/>
                </a:cubicBezTo>
                <a:lnTo>
                  <a:pt x="11521247" y="1450127"/>
                </a:lnTo>
                <a:lnTo>
                  <a:pt x="11466670" y="1428821"/>
                </a:lnTo>
                <a:cubicBezTo>
                  <a:pt x="10709874" y="1093673"/>
                  <a:pt x="9418777" y="-373"/>
                  <a:pt x="7223297" y="36346"/>
                </a:cubicBezTo>
                <a:cubicBezTo>
                  <a:pt x="4881454" y="75511"/>
                  <a:pt x="3933620" y="2024042"/>
                  <a:pt x="1735787" y="2035354"/>
                </a:cubicBezTo>
                <a:cubicBezTo>
                  <a:pt x="1117647" y="2038536"/>
                  <a:pt x="568201" y="1929916"/>
                  <a:pt x="97785" y="1755433"/>
                </a:cubicBezTo>
                <a:lnTo>
                  <a:pt x="0" y="1715854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</a:schemeClr>
              </a:gs>
              <a:gs pos="99000">
                <a:schemeClr val="accent3">
                  <a:lumMod val="25000"/>
                </a:schemeClr>
              </a:gs>
              <a:gs pos="31000">
                <a:schemeClr val="accent6">
                  <a:alpha val="69328"/>
                </a:schemeClr>
              </a:gs>
              <a:gs pos="73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18">
            <a:extLst>
              <a:ext uri="{FF2B5EF4-FFF2-40B4-BE49-F238E27FC236}">
                <a16:creationId xmlns:a16="http://schemas.microsoft.com/office/drawing/2014/main" id="{FA6C5756-59FF-66C3-2611-3D7AB2049ABE}"/>
              </a:ext>
            </a:extLst>
          </p:cNvPr>
          <p:cNvSpPr/>
          <p:nvPr userDrawn="1"/>
        </p:nvSpPr>
        <p:spPr>
          <a:xfrm flipH="1">
            <a:off x="-2" y="0"/>
            <a:ext cx="11262111" cy="21396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1149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19">
            <a:extLst>
              <a:ext uri="{FF2B5EF4-FFF2-40B4-BE49-F238E27FC236}">
                <a16:creationId xmlns:a16="http://schemas.microsoft.com/office/drawing/2014/main" id="{EF6D3160-DA6D-8CDA-3A13-8A43EC05449D}"/>
              </a:ext>
            </a:extLst>
          </p:cNvPr>
          <p:cNvSpPr/>
          <p:nvPr userDrawn="1"/>
        </p:nvSpPr>
        <p:spPr>
          <a:xfrm>
            <a:off x="0" y="739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0" y="2752344"/>
            <a:ext cx="7763256" cy="1600200"/>
          </a:xfrm>
        </p:spPr>
        <p:txBody>
          <a:bodyPr anchor="t">
            <a:no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32320" y="4233672"/>
            <a:ext cx="2843784" cy="448056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9227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0">
            <a:extLst>
              <a:ext uri="{FF2B5EF4-FFF2-40B4-BE49-F238E27FC236}">
                <a16:creationId xmlns:a16="http://schemas.microsoft.com/office/drawing/2014/main" id="{89A27E14-C943-C294-334B-4D6A7500F3B5}"/>
              </a:ext>
            </a:extLst>
          </p:cNvPr>
          <p:cNvSpPr/>
          <p:nvPr userDrawn="1"/>
        </p:nvSpPr>
        <p:spPr>
          <a:xfrm rot="5400000">
            <a:off x="7383937" y="2039848"/>
            <a:ext cx="6858000" cy="2778304"/>
          </a:xfrm>
          <a:custGeom>
            <a:avLst/>
            <a:gdLst>
              <a:gd name="connsiteX0" fmla="*/ 0 w 6858000"/>
              <a:gd name="connsiteY0" fmla="*/ 1050199 h 2778304"/>
              <a:gd name="connsiteX1" fmla="*/ 0 w 6858000"/>
              <a:gd name="connsiteY1" fmla="*/ 0 h 2778304"/>
              <a:gd name="connsiteX2" fmla="*/ 6858000 w 6858000"/>
              <a:gd name="connsiteY2" fmla="*/ 0 h 2778304"/>
              <a:gd name="connsiteX3" fmla="*/ 6858000 w 6858000"/>
              <a:gd name="connsiteY3" fmla="*/ 1193215 h 2778304"/>
              <a:gd name="connsiteX4" fmla="*/ 6790588 w 6858000"/>
              <a:gd name="connsiteY4" fmla="*/ 1211701 h 2778304"/>
              <a:gd name="connsiteX5" fmla="*/ 3050431 w 6858000"/>
              <a:gd name="connsiteY5" fmla="*/ 2778245 h 2778304"/>
              <a:gd name="connsiteX6" fmla="*/ 37813 w 6858000"/>
              <a:gd name="connsiteY6" fmla="*/ 1183549 h 2778304"/>
              <a:gd name="connsiteX7" fmla="*/ 0 w 6858000"/>
              <a:gd name="connsiteY7" fmla="*/ 1050199 h 2778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2778304">
                <a:moveTo>
                  <a:pt x="0" y="1050199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1193215"/>
                </a:lnTo>
                <a:lnTo>
                  <a:pt x="6790588" y="1211701"/>
                </a:lnTo>
                <a:cubicBezTo>
                  <a:pt x="5439260" y="1649845"/>
                  <a:pt x="4603740" y="2770251"/>
                  <a:pt x="3050431" y="2778245"/>
                </a:cubicBezTo>
                <a:cubicBezTo>
                  <a:pt x="1377637" y="2786855"/>
                  <a:pt x="283199" y="1854180"/>
                  <a:pt x="37813" y="1183549"/>
                </a:cubicBezTo>
                <a:lnTo>
                  <a:pt x="0" y="1050199"/>
                </a:lnTo>
                <a:close/>
              </a:path>
            </a:pathLst>
          </a:custGeom>
          <a:gradFill flip="none" rotWithShape="1">
            <a:gsLst>
              <a:gs pos="26000">
                <a:schemeClr val="accent3">
                  <a:lumMod val="25000"/>
                </a:schemeClr>
              </a:gs>
              <a:gs pos="73000">
                <a:schemeClr val="accent1">
                  <a:alpha val="33146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E5C5BCA-F960-4024-7215-2D2EFD0FEBF3}"/>
              </a:ext>
            </a:extLst>
          </p:cNvPr>
          <p:cNvSpPr/>
          <p:nvPr userDrawn="1"/>
        </p:nvSpPr>
        <p:spPr>
          <a:xfrm rot="16200000" flipV="1">
            <a:off x="7907199" y="2573198"/>
            <a:ext cx="6858000" cy="1711602"/>
          </a:xfrm>
          <a:custGeom>
            <a:avLst/>
            <a:gdLst>
              <a:gd name="connsiteX0" fmla="*/ 6858000 w 6858000"/>
              <a:gd name="connsiteY0" fmla="*/ 1010661 h 1711602"/>
              <a:gd name="connsiteX1" fmla="*/ 6858000 w 6858000"/>
              <a:gd name="connsiteY1" fmla="*/ 0 h 1711602"/>
              <a:gd name="connsiteX2" fmla="*/ 0 w 6858000"/>
              <a:gd name="connsiteY2" fmla="*/ 0 h 1711602"/>
              <a:gd name="connsiteX3" fmla="*/ 0 w 6858000"/>
              <a:gd name="connsiteY3" fmla="*/ 983884 h 1711602"/>
              <a:gd name="connsiteX4" fmla="*/ 11078 w 6858000"/>
              <a:gd name="connsiteY4" fmla="*/ 997657 h 1711602"/>
              <a:gd name="connsiteX5" fmla="*/ 1866819 w 6858000"/>
              <a:gd name="connsiteY5" fmla="*/ 1711565 h 1711602"/>
              <a:gd name="connsiteX6" fmla="*/ 5098965 w 6858000"/>
              <a:gd name="connsiteY6" fmla="*/ 622006 h 1711602"/>
              <a:gd name="connsiteX7" fmla="*/ 6746500 w 6858000"/>
              <a:gd name="connsiteY7" fmla="*/ 959665 h 1711602"/>
              <a:gd name="connsiteX8" fmla="*/ 6858000 w 6858000"/>
              <a:gd name="connsiteY8" fmla="*/ 1010661 h 1711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1711602">
                <a:moveTo>
                  <a:pt x="6858000" y="1010661"/>
                </a:moveTo>
                <a:lnTo>
                  <a:pt x="6858000" y="0"/>
                </a:lnTo>
                <a:lnTo>
                  <a:pt x="0" y="0"/>
                </a:lnTo>
                <a:lnTo>
                  <a:pt x="0" y="983884"/>
                </a:lnTo>
                <a:lnTo>
                  <a:pt x="11078" y="997657"/>
                </a:lnTo>
                <a:cubicBezTo>
                  <a:pt x="328616" y="1355920"/>
                  <a:pt x="976833" y="1715803"/>
                  <a:pt x="1866819" y="1711565"/>
                </a:cubicBezTo>
                <a:cubicBezTo>
                  <a:pt x="3161344" y="1705400"/>
                  <a:pt x="3719617" y="643352"/>
                  <a:pt x="5098965" y="622006"/>
                </a:cubicBezTo>
                <a:cubicBezTo>
                  <a:pt x="5788640" y="611332"/>
                  <a:pt x="6326795" y="775968"/>
                  <a:pt x="6746500" y="959665"/>
                </a:cubicBezTo>
                <a:lnTo>
                  <a:pt x="6858000" y="1010661"/>
                </a:lnTo>
                <a:close/>
              </a:path>
            </a:pathLst>
          </a:custGeom>
          <a:gradFill>
            <a:gsLst>
              <a:gs pos="79000">
                <a:schemeClr val="accent4">
                  <a:lumMod val="75000"/>
                  <a:alpha val="79763"/>
                </a:schemeClr>
              </a:gs>
              <a:gs pos="37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6F62D03F-D065-13FE-5D30-58C2523BD14D}"/>
              </a:ext>
            </a:extLst>
          </p:cNvPr>
          <p:cNvSpPr/>
          <p:nvPr userDrawn="1"/>
        </p:nvSpPr>
        <p:spPr>
          <a:xfrm rot="5400000">
            <a:off x="7877130" y="2543131"/>
            <a:ext cx="6858001" cy="1771739"/>
          </a:xfrm>
          <a:custGeom>
            <a:avLst/>
            <a:gdLst>
              <a:gd name="connsiteX0" fmla="*/ 0 w 6858001"/>
              <a:gd name="connsiteY0" fmla="*/ 1273784 h 1771739"/>
              <a:gd name="connsiteX1" fmla="*/ 0 w 6858001"/>
              <a:gd name="connsiteY1" fmla="*/ 0 h 1771739"/>
              <a:gd name="connsiteX2" fmla="*/ 6858001 w 6858001"/>
              <a:gd name="connsiteY2" fmla="*/ 0 h 1771739"/>
              <a:gd name="connsiteX3" fmla="*/ 6858001 w 6858001"/>
              <a:gd name="connsiteY3" fmla="*/ 34923 h 1771739"/>
              <a:gd name="connsiteX4" fmla="*/ 6735259 w 6858001"/>
              <a:gd name="connsiteY4" fmla="*/ 32862 h 1771739"/>
              <a:gd name="connsiteX5" fmla="*/ 1961998 w 6858001"/>
              <a:gd name="connsiteY5" fmla="*/ 1771680 h 1771739"/>
              <a:gd name="connsiteX6" fmla="*/ 151257 w 6858001"/>
              <a:gd name="connsiteY6" fmla="*/ 1358806 h 1771739"/>
              <a:gd name="connsiteX7" fmla="*/ 0 w 6858001"/>
              <a:gd name="connsiteY7" fmla="*/ 1273784 h 1771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1" h="1771739">
                <a:moveTo>
                  <a:pt x="0" y="1273784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34923"/>
                </a:lnTo>
                <a:lnTo>
                  <a:pt x="6735259" y="32862"/>
                </a:lnTo>
                <a:cubicBezTo>
                  <a:pt x="4698226" y="66929"/>
                  <a:pt x="3873763" y="1761840"/>
                  <a:pt x="1961998" y="1771680"/>
                </a:cubicBezTo>
                <a:cubicBezTo>
                  <a:pt x="1245087" y="1775370"/>
                  <a:pt x="634403" y="1606171"/>
                  <a:pt x="151257" y="1358806"/>
                </a:cubicBezTo>
                <a:lnTo>
                  <a:pt x="0" y="1273784"/>
                </a:lnTo>
                <a:close/>
              </a:path>
            </a:pathLst>
          </a:custGeom>
          <a:gradFill>
            <a:gsLst>
              <a:gs pos="32000">
                <a:schemeClr val="tx2">
                  <a:alpha val="48229"/>
                </a:schemeClr>
              </a:gs>
              <a:gs pos="100000">
                <a:schemeClr val="accent6">
                  <a:alpha val="4858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541264" y="2185416"/>
            <a:ext cx="3621024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541264" y="2743200"/>
            <a:ext cx="3621024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2460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4226C42-B02E-1D4B-77B4-BF0257C6041E}"/>
              </a:ext>
            </a:extLst>
          </p:cNvPr>
          <p:cNvSpPr/>
          <p:nvPr userDrawn="1"/>
        </p:nvSpPr>
        <p:spPr>
          <a:xfrm>
            <a:off x="19485" y="0"/>
            <a:ext cx="6721146" cy="6858000"/>
          </a:xfrm>
          <a:custGeom>
            <a:avLst/>
            <a:gdLst>
              <a:gd name="connsiteX0" fmla="*/ 0 w 6721146"/>
              <a:gd name="connsiteY0" fmla="*/ 0 h 6858000"/>
              <a:gd name="connsiteX1" fmla="*/ 399503 w 6721146"/>
              <a:gd name="connsiteY1" fmla="*/ 0 h 6858000"/>
              <a:gd name="connsiteX2" fmla="*/ 395119 w 6721146"/>
              <a:gd name="connsiteY2" fmla="*/ 19864 h 6858000"/>
              <a:gd name="connsiteX3" fmla="*/ 244176 w 6721146"/>
              <a:gd name="connsiteY3" fmla="*/ 529296 h 6858000"/>
              <a:gd name="connsiteX4" fmla="*/ 993095 w 6721146"/>
              <a:gd name="connsiteY4" fmla="*/ 5197987 h 6858000"/>
              <a:gd name="connsiteX5" fmla="*/ 4989455 w 6721146"/>
              <a:gd name="connsiteY5" fmla="*/ 6468602 h 6858000"/>
              <a:gd name="connsiteX6" fmla="*/ 6648701 w 6721146"/>
              <a:gd name="connsiteY6" fmla="*/ 6787937 h 6858000"/>
              <a:gd name="connsiteX7" fmla="*/ 6721146 w 6721146"/>
              <a:gd name="connsiteY7" fmla="*/ 6858000 h 6858000"/>
              <a:gd name="connsiteX8" fmla="*/ 0 w 6721146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21146" h="6858000">
                <a:moveTo>
                  <a:pt x="0" y="0"/>
                </a:moveTo>
                <a:lnTo>
                  <a:pt x="399503" y="0"/>
                </a:lnTo>
                <a:lnTo>
                  <a:pt x="395119" y="19864"/>
                </a:lnTo>
                <a:cubicBezTo>
                  <a:pt x="355531" y="180505"/>
                  <a:pt x="305509" y="350292"/>
                  <a:pt x="244176" y="529296"/>
                </a:cubicBezTo>
                <a:cubicBezTo>
                  <a:pt x="-223599" y="2697668"/>
                  <a:pt x="276778" y="4254046"/>
                  <a:pt x="993095" y="5197987"/>
                </a:cubicBezTo>
                <a:cubicBezTo>
                  <a:pt x="1709415" y="6141924"/>
                  <a:pt x="3704883" y="6653220"/>
                  <a:pt x="4989455" y="6468602"/>
                </a:cubicBezTo>
                <a:cubicBezTo>
                  <a:pt x="5774573" y="6353740"/>
                  <a:pt x="6315041" y="6502080"/>
                  <a:pt x="6648701" y="6787937"/>
                </a:cubicBezTo>
                <a:lnTo>
                  <a:pt x="6721146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73000">
                <a:schemeClr val="accent3">
                  <a:lumMod val="25000"/>
                </a:schemeClr>
              </a:gs>
              <a:gs pos="0">
                <a:schemeClr val="accent1">
                  <a:alpha val="2964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260C6EA0-9137-97A8-7C78-0FCD8675F1B0}"/>
              </a:ext>
            </a:extLst>
          </p:cNvPr>
          <p:cNvSpPr/>
          <p:nvPr userDrawn="1"/>
        </p:nvSpPr>
        <p:spPr>
          <a:xfrm>
            <a:off x="8497" y="7662"/>
            <a:ext cx="4591137" cy="3588767"/>
          </a:xfrm>
          <a:custGeom>
            <a:avLst/>
            <a:gdLst>
              <a:gd name="connsiteX0" fmla="*/ 0 w 4591137"/>
              <a:gd name="connsiteY0" fmla="*/ 0 h 3588767"/>
              <a:gd name="connsiteX1" fmla="*/ 4591137 w 4591137"/>
              <a:gd name="connsiteY1" fmla="*/ 0 h 3588767"/>
              <a:gd name="connsiteX2" fmla="*/ 4458037 w 4591137"/>
              <a:gd name="connsiteY2" fmla="*/ 139038 h 3588767"/>
              <a:gd name="connsiteX3" fmla="*/ 3406398 w 4591137"/>
              <a:gd name="connsiteY3" fmla="*/ 1512312 h 3588767"/>
              <a:gd name="connsiteX4" fmla="*/ 202105 w 4591137"/>
              <a:gd name="connsiteY4" fmla="*/ 3554432 h 3588767"/>
              <a:gd name="connsiteX5" fmla="*/ 0 w 4591137"/>
              <a:gd name="connsiteY5" fmla="*/ 3506319 h 358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591137" h="3588767">
                <a:moveTo>
                  <a:pt x="0" y="0"/>
                </a:moveTo>
                <a:lnTo>
                  <a:pt x="4591137" y="0"/>
                </a:lnTo>
                <a:lnTo>
                  <a:pt x="4458037" y="139038"/>
                </a:lnTo>
                <a:cubicBezTo>
                  <a:pt x="4038035" y="589101"/>
                  <a:pt x="3677988" y="1055885"/>
                  <a:pt x="3406398" y="1512312"/>
                </a:cubicBezTo>
                <a:cubicBezTo>
                  <a:pt x="2398561" y="3215836"/>
                  <a:pt x="1221089" y="3736280"/>
                  <a:pt x="202105" y="3554432"/>
                </a:cubicBezTo>
                <a:lnTo>
                  <a:pt x="0" y="3506319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25000"/>
                  <a:alpha val="55687"/>
                </a:schemeClr>
              </a:gs>
              <a:gs pos="99000">
                <a:schemeClr val="accent1">
                  <a:lumMod val="60000"/>
                  <a:lumOff val="40000"/>
                  <a:alpha val="20003"/>
                </a:schemeClr>
              </a:gs>
            </a:gsLst>
            <a:lin ang="189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24">
            <a:extLst>
              <a:ext uri="{FF2B5EF4-FFF2-40B4-BE49-F238E27FC236}">
                <a16:creationId xmlns:a16="http://schemas.microsoft.com/office/drawing/2014/main" id="{2698A246-2716-9361-4EDE-2498058A4C3A}"/>
              </a:ext>
            </a:extLst>
          </p:cNvPr>
          <p:cNvSpPr/>
          <p:nvPr userDrawn="1"/>
        </p:nvSpPr>
        <p:spPr>
          <a:xfrm>
            <a:off x="0" y="0"/>
            <a:ext cx="1893320" cy="2085274"/>
          </a:xfrm>
          <a:custGeom>
            <a:avLst/>
            <a:gdLst>
              <a:gd name="connsiteX0" fmla="*/ 0 w 1893320"/>
              <a:gd name="connsiteY0" fmla="*/ 0 h 2085274"/>
              <a:gd name="connsiteX1" fmla="*/ 1893320 w 1893320"/>
              <a:gd name="connsiteY1" fmla="*/ 0 h 2085274"/>
              <a:gd name="connsiteX2" fmla="*/ 1836420 w 1893320"/>
              <a:gd name="connsiteY2" fmla="*/ 89992 h 2085274"/>
              <a:gd name="connsiteX3" fmla="*/ 1471130 w 1893320"/>
              <a:gd name="connsiteY3" fmla="*/ 883842 h 2085274"/>
              <a:gd name="connsiteX4" fmla="*/ 90049 w 1893320"/>
              <a:gd name="connsiteY4" fmla="*/ 2071651 h 2085274"/>
              <a:gd name="connsiteX5" fmla="*/ 0 w 1893320"/>
              <a:gd name="connsiteY5" fmla="*/ 2052168 h 2085274"/>
              <a:gd name="connsiteX6" fmla="*/ 0 w 1893320"/>
              <a:gd name="connsiteY6" fmla="*/ 0 h 2085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93320" h="2085274">
                <a:moveTo>
                  <a:pt x="0" y="0"/>
                </a:moveTo>
                <a:lnTo>
                  <a:pt x="1893320" y="0"/>
                </a:lnTo>
                <a:lnTo>
                  <a:pt x="1836420" y="89992"/>
                </a:lnTo>
                <a:cubicBezTo>
                  <a:pt x="1676137" y="357859"/>
                  <a:pt x="1549717" y="629674"/>
                  <a:pt x="1471130" y="883842"/>
                </a:cubicBezTo>
                <a:cubicBezTo>
                  <a:pt x="1174602" y="1851540"/>
                  <a:pt x="614067" y="2156914"/>
                  <a:pt x="90049" y="2071651"/>
                </a:cubicBezTo>
                <a:lnTo>
                  <a:pt x="0" y="20521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50000"/>
              <a:alpha val="1074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9A7DD52-C2B0-2B91-92C0-905899BB578D}"/>
              </a:ext>
            </a:extLst>
          </p:cNvPr>
          <p:cNvSpPr/>
          <p:nvPr userDrawn="1"/>
        </p:nvSpPr>
        <p:spPr>
          <a:xfrm>
            <a:off x="2" y="5262792"/>
            <a:ext cx="2809260" cy="1595208"/>
          </a:xfrm>
          <a:custGeom>
            <a:avLst/>
            <a:gdLst>
              <a:gd name="connsiteX0" fmla="*/ 0 w 2809260"/>
              <a:gd name="connsiteY0" fmla="*/ 0 h 1595208"/>
              <a:gd name="connsiteX1" fmla="*/ 101140 w 2809260"/>
              <a:gd name="connsiteY1" fmla="*/ 117015 h 1595208"/>
              <a:gd name="connsiteX2" fmla="*/ 2208849 w 2809260"/>
              <a:gd name="connsiteY2" fmla="*/ 1381471 h 1595208"/>
              <a:gd name="connsiteX3" fmla="*/ 2746965 w 2809260"/>
              <a:gd name="connsiteY3" fmla="*/ 1562268 h 1595208"/>
              <a:gd name="connsiteX4" fmla="*/ 2809260 w 2809260"/>
              <a:gd name="connsiteY4" fmla="*/ 1595208 h 1595208"/>
              <a:gd name="connsiteX5" fmla="*/ 0 w 2809260"/>
              <a:gd name="connsiteY5" fmla="*/ 1595207 h 15952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09260" h="1595208">
                <a:moveTo>
                  <a:pt x="0" y="0"/>
                </a:moveTo>
                <a:lnTo>
                  <a:pt x="101140" y="117015"/>
                </a:lnTo>
                <a:cubicBezTo>
                  <a:pt x="653434" y="714877"/>
                  <a:pt x="1509442" y="1220329"/>
                  <a:pt x="2208849" y="1381471"/>
                </a:cubicBezTo>
                <a:cubicBezTo>
                  <a:pt x="2416303" y="1428716"/>
                  <a:pt x="2594874" y="1490011"/>
                  <a:pt x="2746965" y="1562268"/>
                </a:cubicBezTo>
                <a:lnTo>
                  <a:pt x="2809260" y="1595208"/>
                </a:lnTo>
                <a:lnTo>
                  <a:pt x="0" y="1595207"/>
                </a:lnTo>
                <a:close/>
              </a:path>
            </a:pathLst>
          </a:custGeom>
          <a:gradFill flip="none" rotWithShape="1">
            <a:gsLst>
              <a:gs pos="98000">
                <a:schemeClr val="accent5">
                  <a:lumMod val="50000"/>
                  <a:alpha val="67000"/>
                </a:schemeClr>
              </a:gs>
              <a:gs pos="0">
                <a:schemeClr val="accent6">
                  <a:alpha val="4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29">
            <a:extLst>
              <a:ext uri="{FF2B5EF4-FFF2-40B4-BE49-F238E27FC236}">
                <a16:creationId xmlns:a16="http://schemas.microsoft.com/office/drawing/2014/main" id="{73541AB3-4000-4259-4112-06DA0F0728A5}"/>
              </a:ext>
            </a:extLst>
          </p:cNvPr>
          <p:cNvSpPr/>
          <p:nvPr userDrawn="1"/>
        </p:nvSpPr>
        <p:spPr>
          <a:xfrm>
            <a:off x="10193397" y="2730129"/>
            <a:ext cx="1979119" cy="4127871"/>
          </a:xfrm>
          <a:custGeom>
            <a:avLst/>
            <a:gdLst>
              <a:gd name="connsiteX0" fmla="*/ 1979119 w 1979119"/>
              <a:gd name="connsiteY0" fmla="*/ 0 h 4127871"/>
              <a:gd name="connsiteX1" fmla="*/ 1979119 w 1979119"/>
              <a:gd name="connsiteY1" fmla="*/ 4127871 h 4127871"/>
              <a:gd name="connsiteX2" fmla="*/ 0 w 1979119"/>
              <a:gd name="connsiteY2" fmla="*/ 4127871 h 4127871"/>
              <a:gd name="connsiteX3" fmla="*/ 113381 w 1979119"/>
              <a:gd name="connsiteY3" fmla="*/ 3939685 h 4127871"/>
              <a:gd name="connsiteX4" fmla="*/ 893390 w 1979119"/>
              <a:gd name="connsiteY4" fmla="*/ 1926136 h 4127871"/>
              <a:gd name="connsiteX5" fmla="*/ 1827429 w 1979119"/>
              <a:gd name="connsiteY5" fmla="*/ 103152 h 4127871"/>
              <a:gd name="connsiteX6" fmla="*/ 1979119 w 1979119"/>
              <a:gd name="connsiteY6" fmla="*/ 0 h 4127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79119" h="4127871">
                <a:moveTo>
                  <a:pt x="1979119" y="0"/>
                </a:moveTo>
                <a:lnTo>
                  <a:pt x="1979119" y="4127871"/>
                </a:lnTo>
                <a:lnTo>
                  <a:pt x="0" y="4127871"/>
                </a:lnTo>
                <a:lnTo>
                  <a:pt x="113381" y="3939685"/>
                </a:lnTo>
                <a:cubicBezTo>
                  <a:pt x="496433" y="3268400"/>
                  <a:pt x="776925" y="2555572"/>
                  <a:pt x="893390" y="1926136"/>
                </a:cubicBezTo>
                <a:cubicBezTo>
                  <a:pt x="1059875" y="1013485"/>
                  <a:pt x="1404160" y="429246"/>
                  <a:pt x="1827429" y="103152"/>
                </a:cubicBezTo>
                <a:lnTo>
                  <a:pt x="1979119" y="0"/>
                </a:lnTo>
                <a:close/>
              </a:path>
            </a:pathLst>
          </a:custGeom>
          <a:gradFill>
            <a:gsLst>
              <a:gs pos="83000">
                <a:schemeClr val="accent5">
                  <a:lumMod val="58000"/>
                  <a:alpha val="35019"/>
                </a:schemeClr>
              </a:gs>
              <a:gs pos="0">
                <a:schemeClr val="accent6">
                  <a:lumMod val="89923"/>
                  <a:lumOff val="10077"/>
                  <a:alpha val="3555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0D1FF5-7EF8-4250-A259-43050ABB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36" y="822960"/>
            <a:ext cx="8878824" cy="1069848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3DC3A9-D4E6-42CF-91A8-F267C7C66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6192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2CCA9-53A3-4DA5-AD45-C2A2C12A3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36192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0C9C6-BD61-4D2C-9146-FB785BAE4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4880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E342EE-68BB-484D-98C3-48A7847549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4880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5D9D7D-8D9A-473E-AF0D-EF1940D79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51CCCC-1589-401D-AE98-FC2871630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C963910-7C6F-7474-84FF-C53D235027B8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43CEC7BC-C46D-D3AD-22D8-8737322B7E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568" y="2185416"/>
            <a:ext cx="2953512" cy="493776"/>
          </a:xfrm>
        </p:spPr>
        <p:txBody>
          <a:bodyPr anchor="t"/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658FA801-D400-D7FB-6241-4A41BBAAA0D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73568" y="2743200"/>
            <a:ext cx="2953512" cy="2578608"/>
          </a:xfrm>
        </p:spPr>
        <p:txBody>
          <a:bodyPr/>
          <a:lstStyle>
            <a:lvl1pPr marL="228600" indent="-228600">
              <a:defRPr sz="1800"/>
            </a:lvl1pPr>
            <a:lvl2pPr indent="-228600">
              <a:defRPr sz="1600"/>
            </a:lvl2pPr>
            <a:lvl3pPr indent="-228600">
              <a:defRPr sz="1400"/>
            </a:lvl3pPr>
            <a:lvl4pPr indent="-228600">
              <a:defRPr sz="1200"/>
            </a:lvl4pPr>
            <a:lvl5pPr indent="-228600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394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FF4F2FF2-B2D0-EAB9-0059-1E59CFF27936}"/>
              </a:ext>
            </a:extLst>
          </p:cNvPr>
          <p:cNvSpPr/>
          <p:nvPr userDrawn="1"/>
        </p:nvSpPr>
        <p:spPr>
          <a:xfrm>
            <a:off x="0" y="3079989"/>
            <a:ext cx="4744043" cy="3778013"/>
          </a:xfrm>
          <a:custGeom>
            <a:avLst/>
            <a:gdLst>
              <a:gd name="connsiteX0" fmla="*/ 552680 w 4744043"/>
              <a:gd name="connsiteY0" fmla="*/ 2 h 3778013"/>
              <a:gd name="connsiteX1" fmla="*/ 3368067 w 4744043"/>
              <a:gd name="connsiteY1" fmla="*/ 2076456 h 3778013"/>
              <a:gd name="connsiteX2" fmla="*/ 4603294 w 4744043"/>
              <a:gd name="connsiteY2" fmla="*/ 3641510 h 3778013"/>
              <a:gd name="connsiteX3" fmla="*/ 4744043 w 4744043"/>
              <a:gd name="connsiteY3" fmla="*/ 3778013 h 3778013"/>
              <a:gd name="connsiteX4" fmla="*/ 0 w 4744043"/>
              <a:gd name="connsiteY4" fmla="*/ 3778013 h 3778013"/>
              <a:gd name="connsiteX5" fmla="*/ 0 w 4744043"/>
              <a:gd name="connsiteY5" fmla="*/ 73323 h 3778013"/>
              <a:gd name="connsiteX6" fmla="*/ 163773 w 4744043"/>
              <a:gd name="connsiteY6" fmla="*/ 34335 h 3778013"/>
              <a:gd name="connsiteX7" fmla="*/ 552680 w 4744043"/>
              <a:gd name="connsiteY7" fmla="*/ 2 h 3778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744043" h="3778013">
                <a:moveTo>
                  <a:pt x="552680" y="2"/>
                </a:moveTo>
                <a:cubicBezTo>
                  <a:pt x="1474475" y="1086"/>
                  <a:pt x="2486209" y="585872"/>
                  <a:pt x="3368067" y="2076456"/>
                </a:cubicBezTo>
                <a:cubicBezTo>
                  <a:pt x="3678455" y="2598086"/>
                  <a:pt x="4104379" y="3133243"/>
                  <a:pt x="4603294" y="3641510"/>
                </a:cubicBezTo>
                <a:lnTo>
                  <a:pt x="4744043" y="3778013"/>
                </a:lnTo>
                <a:lnTo>
                  <a:pt x="0" y="3778013"/>
                </a:lnTo>
                <a:lnTo>
                  <a:pt x="0" y="73323"/>
                </a:lnTo>
                <a:lnTo>
                  <a:pt x="163773" y="34335"/>
                </a:lnTo>
                <a:cubicBezTo>
                  <a:pt x="291146" y="11604"/>
                  <a:pt x="420996" y="-154"/>
                  <a:pt x="552680" y="2"/>
                </a:cubicBezTo>
                <a:close/>
              </a:path>
            </a:pathLst>
          </a:custGeom>
          <a:gradFill flip="none" rotWithShape="1">
            <a:gsLst>
              <a:gs pos="41000">
                <a:schemeClr val="accent3">
                  <a:lumMod val="25000"/>
                  <a:alpha val="67969"/>
                </a:schemeClr>
              </a:gs>
              <a:gs pos="100000">
                <a:schemeClr val="accent2">
                  <a:alpha val="29022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B193F7C-DAB3-79A0-9B6F-012F23BAF8BD}"/>
              </a:ext>
            </a:extLst>
          </p:cNvPr>
          <p:cNvSpPr/>
          <p:nvPr userDrawn="1"/>
        </p:nvSpPr>
        <p:spPr>
          <a:xfrm>
            <a:off x="1" y="0"/>
            <a:ext cx="6552595" cy="3112082"/>
          </a:xfrm>
          <a:custGeom>
            <a:avLst/>
            <a:gdLst>
              <a:gd name="connsiteX0" fmla="*/ 6552595 w 6552595"/>
              <a:gd name="connsiteY0" fmla="*/ 0 h 3112082"/>
              <a:gd name="connsiteX1" fmla="*/ 6479403 w 6552595"/>
              <a:gd name="connsiteY1" fmla="*/ 116338 h 3112082"/>
              <a:gd name="connsiteX2" fmla="*/ 4627940 w 6552595"/>
              <a:gd name="connsiteY2" fmla="*/ 645238 h 3112082"/>
              <a:gd name="connsiteX3" fmla="*/ 631580 w 6552595"/>
              <a:gd name="connsiteY3" fmla="*/ 1915852 h 3112082"/>
              <a:gd name="connsiteX4" fmla="*/ 46252 w 6552595"/>
              <a:gd name="connsiteY4" fmla="*/ 2980209 h 3112082"/>
              <a:gd name="connsiteX5" fmla="*/ 0 w 6552595"/>
              <a:gd name="connsiteY5" fmla="*/ 3112082 h 3112082"/>
              <a:gd name="connsiteX6" fmla="*/ 0 w 6552595"/>
              <a:gd name="connsiteY6" fmla="*/ 1037361 h 3112082"/>
              <a:gd name="connsiteX7" fmla="*/ 0 w 6552595"/>
              <a:gd name="connsiteY7" fmla="*/ 0 h 31120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52595" h="3112082">
                <a:moveTo>
                  <a:pt x="6552595" y="0"/>
                </a:moveTo>
                <a:lnTo>
                  <a:pt x="6479403" y="116338"/>
                </a:lnTo>
                <a:cubicBezTo>
                  <a:pt x="6181653" y="532833"/>
                  <a:pt x="5587528" y="785625"/>
                  <a:pt x="4627940" y="645238"/>
                </a:cubicBezTo>
                <a:cubicBezTo>
                  <a:pt x="3343367" y="460619"/>
                  <a:pt x="1347900" y="971915"/>
                  <a:pt x="631580" y="1915852"/>
                </a:cubicBezTo>
                <a:cubicBezTo>
                  <a:pt x="407731" y="2210834"/>
                  <a:pt x="204970" y="2565624"/>
                  <a:pt x="46252" y="2980209"/>
                </a:cubicBezTo>
                <a:lnTo>
                  <a:pt x="0" y="3112082"/>
                </a:lnTo>
                <a:lnTo>
                  <a:pt x="0" y="103736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76000">
                <a:schemeClr val="accent3">
                  <a:lumMod val="25000"/>
                </a:schemeClr>
              </a:gs>
              <a:gs pos="0">
                <a:schemeClr val="accent1">
                  <a:alpha val="56738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D9D045F5-266F-9ADF-9692-2DA7DB16DFFE}"/>
              </a:ext>
            </a:extLst>
          </p:cNvPr>
          <p:cNvSpPr/>
          <p:nvPr userDrawn="1"/>
        </p:nvSpPr>
        <p:spPr>
          <a:xfrm>
            <a:off x="10269564" y="0"/>
            <a:ext cx="1922436" cy="5772376"/>
          </a:xfrm>
          <a:custGeom>
            <a:avLst/>
            <a:gdLst>
              <a:gd name="connsiteX0" fmla="*/ 0 w 1922436"/>
              <a:gd name="connsiteY0" fmla="*/ 0 h 5772376"/>
              <a:gd name="connsiteX1" fmla="*/ 1922436 w 1922436"/>
              <a:gd name="connsiteY1" fmla="*/ 0 h 5772376"/>
              <a:gd name="connsiteX2" fmla="*/ 1922436 w 1922436"/>
              <a:gd name="connsiteY2" fmla="*/ 5770832 h 5772376"/>
              <a:gd name="connsiteX3" fmla="*/ 1785843 w 1922436"/>
              <a:gd name="connsiteY3" fmla="*/ 5772376 h 5772376"/>
              <a:gd name="connsiteX4" fmla="*/ 167636 w 1922436"/>
              <a:gd name="connsiteY4" fmla="*/ 2958760 h 5772376"/>
              <a:gd name="connsiteX5" fmla="*/ 11457 w 1922436"/>
              <a:gd name="connsiteY5" fmla="*/ 41049 h 577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22436" h="5772376">
                <a:moveTo>
                  <a:pt x="0" y="0"/>
                </a:moveTo>
                <a:lnTo>
                  <a:pt x="1922436" y="0"/>
                </a:lnTo>
                <a:lnTo>
                  <a:pt x="1922436" y="5770832"/>
                </a:lnTo>
                <a:lnTo>
                  <a:pt x="1785843" y="5772376"/>
                </a:lnTo>
                <a:cubicBezTo>
                  <a:pt x="715486" y="5737436"/>
                  <a:pt x="-199675" y="4895626"/>
                  <a:pt x="167636" y="2958760"/>
                </a:cubicBezTo>
                <a:cubicBezTo>
                  <a:pt x="324540" y="2119813"/>
                  <a:pt x="262661" y="1037667"/>
                  <a:pt x="11457" y="41049"/>
                </a:cubicBezTo>
                <a:close/>
              </a:path>
            </a:pathLst>
          </a:custGeom>
          <a:gradFill flip="none" rotWithShape="1">
            <a:gsLst>
              <a:gs pos="10000">
                <a:schemeClr val="accent2">
                  <a:alpha val="9960"/>
                </a:schemeClr>
              </a:gs>
              <a:gs pos="100000">
                <a:schemeClr val="accent1">
                  <a:alpha val="4755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A494E50-F563-24E6-92E6-F9E55D1F3D50}"/>
              </a:ext>
            </a:extLst>
          </p:cNvPr>
          <p:cNvSpPr/>
          <p:nvPr userDrawn="1"/>
        </p:nvSpPr>
        <p:spPr>
          <a:xfrm>
            <a:off x="10861332" y="0"/>
            <a:ext cx="1330669" cy="3088658"/>
          </a:xfrm>
          <a:custGeom>
            <a:avLst/>
            <a:gdLst>
              <a:gd name="connsiteX0" fmla="*/ 0 w 1330669"/>
              <a:gd name="connsiteY0" fmla="*/ 0 h 3088658"/>
              <a:gd name="connsiteX1" fmla="*/ 1330669 w 1330669"/>
              <a:gd name="connsiteY1" fmla="*/ 0 h 3088658"/>
              <a:gd name="connsiteX2" fmla="*/ 1330669 w 1330669"/>
              <a:gd name="connsiteY2" fmla="*/ 3088658 h 3088658"/>
              <a:gd name="connsiteX3" fmla="*/ 1265038 w 1330669"/>
              <a:gd name="connsiteY3" fmla="*/ 3075052 h 3088658"/>
              <a:gd name="connsiteX4" fmla="*/ 84101 w 1330669"/>
              <a:gd name="connsiteY4" fmla="*/ 918166 h 3088658"/>
              <a:gd name="connsiteX5" fmla="*/ 3100 w 1330669"/>
              <a:gd name="connsiteY5" fmla="*/ 15153 h 3088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30669" h="3088658">
                <a:moveTo>
                  <a:pt x="0" y="0"/>
                </a:moveTo>
                <a:lnTo>
                  <a:pt x="1330669" y="0"/>
                </a:lnTo>
                <a:lnTo>
                  <a:pt x="1330669" y="3088658"/>
                </a:lnTo>
                <a:lnTo>
                  <a:pt x="1265038" y="3075052"/>
                </a:lnTo>
                <a:cubicBezTo>
                  <a:pt x="597017" y="2898062"/>
                  <a:pt x="64513" y="2241595"/>
                  <a:pt x="84101" y="918166"/>
                </a:cubicBezTo>
                <a:cubicBezTo>
                  <a:pt x="87550" y="637183"/>
                  <a:pt x="59230" y="331259"/>
                  <a:pt x="3100" y="15153"/>
                </a:cubicBezTo>
                <a:close/>
              </a:path>
            </a:pathLst>
          </a:custGeom>
          <a:solidFill>
            <a:schemeClr val="accent1">
              <a:alpha val="50635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glass card">
            <a:extLst>
              <a:ext uri="{FF2B5EF4-FFF2-40B4-BE49-F238E27FC236}">
                <a16:creationId xmlns:a16="http://schemas.microsoft.com/office/drawing/2014/main" id="{D9024B22-C102-71C1-8593-95259EC18972}"/>
              </a:ext>
            </a:extLst>
          </p:cNvPr>
          <p:cNvSpPr/>
          <p:nvPr userDrawn="1"/>
        </p:nvSpPr>
        <p:spPr>
          <a:xfrm>
            <a:off x="1474384" y="1005155"/>
            <a:ext cx="9243233" cy="4978750"/>
          </a:xfrm>
          <a:prstGeom prst="roundRect">
            <a:avLst>
              <a:gd name="adj" fmla="val 6806"/>
            </a:avLst>
          </a:prstGeom>
          <a:gradFill>
            <a:gsLst>
              <a:gs pos="99000">
                <a:schemeClr val="bg1">
                  <a:alpha val="3000"/>
                </a:schemeClr>
              </a:gs>
              <a:gs pos="46000">
                <a:schemeClr val="bg1">
                  <a:alpha val="17037"/>
                </a:schemeClr>
              </a:gs>
              <a:gs pos="6000">
                <a:schemeClr val="bg1">
                  <a:alpha val="13000"/>
                </a:schemeClr>
              </a:gs>
            </a:gsLst>
            <a:path path="circle">
              <a:fillToRect l="100000" t="100000"/>
            </a:path>
          </a:gradFill>
          <a:ln w="6350">
            <a:noFill/>
          </a:ln>
          <a:effectLst>
            <a:outerShdw blurRad="63500" dist="38100" dir="5400000" sx="1000" sy="1000" algn="t" rotWithShape="0">
              <a:prstClr val="black">
                <a:alpha val="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088" y="2157984"/>
            <a:ext cx="7735824" cy="1069848"/>
          </a:xfrm>
        </p:spPr>
        <p:txBody>
          <a:bodyPr anchor="b">
            <a:no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685032"/>
            <a:ext cx="7735824" cy="1133856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3303B57-FF55-B795-FAE7-5EF26BFCBEF3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115287" y="2597113"/>
            <a:ext cx="0" cy="165518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8A78F28F-70CE-7FE2-ACE1-FA2D7C1CE590}"/>
              </a:ext>
            </a:extLst>
          </p:cNvPr>
          <p:cNvSpPr/>
          <p:nvPr userDrawn="1"/>
        </p:nvSpPr>
        <p:spPr>
          <a:xfrm>
            <a:off x="0" y="0"/>
            <a:ext cx="2862855" cy="1527696"/>
          </a:xfrm>
          <a:custGeom>
            <a:avLst/>
            <a:gdLst>
              <a:gd name="connsiteX0" fmla="*/ 0 w 2862855"/>
              <a:gd name="connsiteY0" fmla="*/ 0 h 1527696"/>
              <a:gd name="connsiteX1" fmla="*/ 2862855 w 2862855"/>
              <a:gd name="connsiteY1" fmla="*/ 0 h 1527696"/>
              <a:gd name="connsiteX2" fmla="*/ 2757362 w 2862855"/>
              <a:gd name="connsiteY2" fmla="*/ 85011 h 1527696"/>
              <a:gd name="connsiteX3" fmla="*/ 1949659 w 2862855"/>
              <a:gd name="connsiteY3" fmla="*/ 424032 h 1527696"/>
              <a:gd name="connsiteX4" fmla="*/ 170555 w 2862855"/>
              <a:gd name="connsiteY4" fmla="*/ 1373059 h 1527696"/>
              <a:gd name="connsiteX5" fmla="*/ 0 w 2862855"/>
              <a:gd name="connsiteY5" fmla="*/ 1527696 h 1527696"/>
              <a:gd name="connsiteX6" fmla="*/ 0 w 2862855"/>
              <a:gd name="connsiteY6" fmla="*/ 872969 h 1527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2855" h="1527696">
                <a:moveTo>
                  <a:pt x="0" y="0"/>
                </a:moveTo>
                <a:lnTo>
                  <a:pt x="2862855" y="0"/>
                </a:lnTo>
                <a:lnTo>
                  <a:pt x="2757362" y="85011"/>
                </a:lnTo>
                <a:cubicBezTo>
                  <a:pt x="2560942" y="227521"/>
                  <a:pt x="2295416" y="345289"/>
                  <a:pt x="1949659" y="424032"/>
                </a:cubicBezTo>
                <a:cubicBezTo>
                  <a:pt x="1377417" y="555874"/>
                  <a:pt x="700343" y="918207"/>
                  <a:pt x="170555" y="1373059"/>
                </a:cubicBezTo>
                <a:lnTo>
                  <a:pt x="0" y="1527696"/>
                </a:lnTo>
                <a:lnTo>
                  <a:pt x="0" y="872969"/>
                </a:lnTo>
                <a:close/>
              </a:path>
            </a:pathLst>
          </a:custGeom>
          <a:gradFill flip="none" rotWithShape="1">
            <a:gsLst>
              <a:gs pos="100000">
                <a:schemeClr val="accent3">
                  <a:lumMod val="25000"/>
                  <a:alpha val="40000"/>
                </a:schemeClr>
              </a:gs>
              <a:gs pos="0">
                <a:schemeClr val="accent4">
                  <a:alpha val="69786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94AB31D-FEF2-F3B0-D726-81CE48F895EA}"/>
              </a:ext>
            </a:extLst>
          </p:cNvPr>
          <p:cNvSpPr/>
          <p:nvPr userDrawn="1"/>
        </p:nvSpPr>
        <p:spPr>
          <a:xfrm>
            <a:off x="2" y="4761091"/>
            <a:ext cx="3131151" cy="2096908"/>
          </a:xfrm>
          <a:custGeom>
            <a:avLst/>
            <a:gdLst>
              <a:gd name="connsiteX0" fmla="*/ 186163 w 3131151"/>
              <a:gd name="connsiteY0" fmla="*/ 0 h 2096908"/>
              <a:gd name="connsiteX1" fmla="*/ 2469297 w 3131151"/>
              <a:gd name="connsiteY1" fmla="*/ 1411265 h 2096908"/>
              <a:gd name="connsiteX2" fmla="*/ 3026909 w 3131151"/>
              <a:gd name="connsiteY2" fmla="*/ 2004423 h 2096908"/>
              <a:gd name="connsiteX3" fmla="*/ 3131151 w 3131151"/>
              <a:gd name="connsiteY3" fmla="*/ 2096908 h 2096908"/>
              <a:gd name="connsiteX4" fmla="*/ 0 w 3131151"/>
              <a:gd name="connsiteY4" fmla="*/ 2096908 h 2096908"/>
              <a:gd name="connsiteX5" fmla="*/ 0 w 3131151"/>
              <a:gd name="connsiteY5" fmla="*/ 4640 h 2096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1151" h="2096908">
                <a:moveTo>
                  <a:pt x="186163" y="0"/>
                </a:moveTo>
                <a:cubicBezTo>
                  <a:pt x="883663" y="24692"/>
                  <a:pt x="1675023" y="432572"/>
                  <a:pt x="2469297" y="1411265"/>
                </a:cubicBezTo>
                <a:cubicBezTo>
                  <a:pt x="2632187" y="1610943"/>
                  <a:pt x="2819757" y="1809855"/>
                  <a:pt x="3026909" y="2004423"/>
                </a:cubicBezTo>
                <a:lnTo>
                  <a:pt x="3131151" y="2096908"/>
                </a:lnTo>
                <a:lnTo>
                  <a:pt x="0" y="2096908"/>
                </a:lnTo>
                <a:lnTo>
                  <a:pt x="0" y="4640"/>
                </a:lnTo>
                <a:close/>
              </a:path>
            </a:pathLst>
          </a:custGeom>
          <a:gradFill flip="none" rotWithShape="1">
            <a:gsLst>
              <a:gs pos="47000">
                <a:schemeClr val="accent6">
                  <a:alpha val="51365"/>
                </a:schemeClr>
              </a:gs>
              <a:gs pos="100000">
                <a:schemeClr val="accent4">
                  <a:alpha val="24386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38430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DFA2E8-50A1-4465-AC33-6FAC0E77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824" y="1856232"/>
            <a:ext cx="4718304" cy="1069848"/>
          </a:xfrm>
        </p:spPr>
        <p:txBody>
          <a:bodyPr anchor="b">
            <a:no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1968" y="3374136"/>
            <a:ext cx="4709160" cy="2395728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reeform 14">
            <a:extLst>
              <a:ext uri="{FF2B5EF4-FFF2-40B4-BE49-F238E27FC236}">
                <a16:creationId xmlns:a16="http://schemas.microsoft.com/office/drawing/2014/main" id="{907BDD9A-3C2A-A21B-A425-1BB45BF5C103}"/>
              </a:ext>
            </a:extLst>
          </p:cNvPr>
          <p:cNvSpPr/>
          <p:nvPr userDrawn="1"/>
        </p:nvSpPr>
        <p:spPr>
          <a:xfrm rot="5400000" flipH="1" flipV="1">
            <a:off x="-1248967" y="1248969"/>
            <a:ext cx="6858000" cy="4360065"/>
          </a:xfrm>
          <a:custGeom>
            <a:avLst/>
            <a:gdLst>
              <a:gd name="connsiteX0" fmla="*/ 6858000 w 6858000"/>
              <a:gd name="connsiteY0" fmla="*/ 0 h 4360065"/>
              <a:gd name="connsiteX1" fmla="*/ 6858000 w 6858000"/>
              <a:gd name="connsiteY1" fmla="*/ 4019634 h 4360065"/>
              <a:gd name="connsiteX2" fmla="*/ 6786526 w 6858000"/>
              <a:gd name="connsiteY2" fmla="*/ 3987694 h 4360065"/>
              <a:gd name="connsiteX3" fmla="*/ 4380589 w 6858000"/>
              <a:gd name="connsiteY3" fmla="*/ 3270469 h 4360065"/>
              <a:gd name="connsiteX4" fmla="*/ 1148443 w 6858000"/>
              <a:gd name="connsiteY4" fmla="*/ 4360028 h 4360065"/>
              <a:gd name="connsiteX5" fmla="*/ 93033 w 6858000"/>
              <a:gd name="connsiteY5" fmla="*/ 4174462 h 4360065"/>
              <a:gd name="connsiteX6" fmla="*/ 0 w 6858000"/>
              <a:gd name="connsiteY6" fmla="*/ 4134599 h 4360065"/>
              <a:gd name="connsiteX7" fmla="*/ 0 w 6858000"/>
              <a:gd name="connsiteY7" fmla="*/ 0 h 4360065"/>
              <a:gd name="connsiteX8" fmla="*/ 6858000 w 6858000"/>
              <a:gd name="connsiteY8" fmla="*/ 0 h 4360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4360065">
                <a:moveTo>
                  <a:pt x="6858000" y="0"/>
                </a:moveTo>
                <a:lnTo>
                  <a:pt x="6858000" y="4019634"/>
                </a:lnTo>
                <a:lnTo>
                  <a:pt x="6786526" y="3987694"/>
                </a:lnTo>
                <a:cubicBezTo>
                  <a:pt x="6330423" y="3769997"/>
                  <a:pt x="5587519" y="3251791"/>
                  <a:pt x="4380589" y="3270469"/>
                </a:cubicBezTo>
                <a:cubicBezTo>
                  <a:pt x="3001241" y="3291816"/>
                  <a:pt x="2442968" y="4353863"/>
                  <a:pt x="1148443" y="4360028"/>
                </a:cubicBezTo>
                <a:cubicBezTo>
                  <a:pt x="743904" y="4361955"/>
                  <a:pt x="389317" y="4288650"/>
                  <a:pt x="93033" y="4174462"/>
                </a:cubicBezTo>
                <a:lnTo>
                  <a:pt x="0" y="4134599"/>
                </a:lnTo>
                <a:lnTo>
                  <a:pt x="0" y="0"/>
                </a:lnTo>
                <a:lnTo>
                  <a:pt x="6858000" y="0"/>
                </a:lnTo>
                <a:close/>
              </a:path>
            </a:pathLst>
          </a:custGeom>
          <a:solidFill>
            <a:schemeClr val="accent4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6">
            <a:extLst>
              <a:ext uri="{FF2B5EF4-FFF2-40B4-BE49-F238E27FC236}">
                <a16:creationId xmlns:a16="http://schemas.microsoft.com/office/drawing/2014/main" id="{989D7F61-B47A-97D5-F725-EC5EFE81187A}"/>
              </a:ext>
            </a:extLst>
          </p:cNvPr>
          <p:cNvSpPr/>
          <p:nvPr userDrawn="1"/>
        </p:nvSpPr>
        <p:spPr>
          <a:xfrm rot="16200000" flipH="1">
            <a:off x="-952024" y="952025"/>
            <a:ext cx="6858000" cy="4953950"/>
          </a:xfrm>
          <a:custGeom>
            <a:avLst/>
            <a:gdLst>
              <a:gd name="connsiteX0" fmla="*/ 0 w 6858000"/>
              <a:gd name="connsiteY0" fmla="*/ 0 h 4953950"/>
              <a:gd name="connsiteX1" fmla="*/ 0 w 6858000"/>
              <a:gd name="connsiteY1" fmla="*/ 4289773 h 4953950"/>
              <a:gd name="connsiteX2" fmla="*/ 181159 w 6858000"/>
              <a:gd name="connsiteY2" fmla="*/ 4411259 h 4953950"/>
              <a:gd name="connsiteX3" fmla="*/ 2222746 w 6858000"/>
              <a:gd name="connsiteY3" fmla="*/ 4953891 h 4953950"/>
              <a:gd name="connsiteX4" fmla="*/ 6808516 w 6858000"/>
              <a:gd name="connsiteY4" fmla="*/ 3223031 h 4953950"/>
              <a:gd name="connsiteX5" fmla="*/ 6858000 w 6858000"/>
              <a:gd name="connsiteY5" fmla="*/ 3220931 h 4953950"/>
              <a:gd name="connsiteX6" fmla="*/ 6858000 w 6858000"/>
              <a:gd name="connsiteY6" fmla="*/ 0 h 4953950"/>
              <a:gd name="connsiteX7" fmla="*/ 0 w 6858000"/>
              <a:gd name="connsiteY7" fmla="*/ 0 h 4953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953950">
                <a:moveTo>
                  <a:pt x="0" y="0"/>
                </a:moveTo>
                <a:lnTo>
                  <a:pt x="0" y="4289773"/>
                </a:lnTo>
                <a:lnTo>
                  <a:pt x="181159" y="4411259"/>
                </a:lnTo>
                <a:cubicBezTo>
                  <a:pt x="694541" y="4727180"/>
                  <a:pt x="1386349" y="4958196"/>
                  <a:pt x="2222746" y="4953891"/>
                </a:cubicBezTo>
                <a:cubicBezTo>
                  <a:pt x="4074768" y="4944360"/>
                  <a:pt x="4906383" y="3353427"/>
                  <a:pt x="6808516" y="3223031"/>
                </a:cubicBezTo>
                <a:lnTo>
                  <a:pt x="6858000" y="322093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20000">
                <a:schemeClr val="accent6">
                  <a:alpha val="52965"/>
                </a:schemeClr>
              </a:gs>
              <a:gs pos="90000">
                <a:schemeClr val="accent5">
                  <a:lumMod val="50000"/>
                  <a:alpha val="72473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A70008D0-0FB3-5B8D-3060-6EDD9E247095}"/>
              </a:ext>
            </a:extLst>
          </p:cNvPr>
          <p:cNvSpPr/>
          <p:nvPr userDrawn="1"/>
        </p:nvSpPr>
        <p:spPr>
          <a:xfrm rot="16200000" flipH="1">
            <a:off x="-1513890" y="1513891"/>
            <a:ext cx="6858000" cy="3830219"/>
          </a:xfrm>
          <a:custGeom>
            <a:avLst/>
            <a:gdLst>
              <a:gd name="connsiteX0" fmla="*/ 0 w 6858000"/>
              <a:gd name="connsiteY0" fmla="*/ 0 h 3830219"/>
              <a:gd name="connsiteX1" fmla="*/ 0 w 6858000"/>
              <a:gd name="connsiteY1" fmla="*/ 2994317 h 3830219"/>
              <a:gd name="connsiteX2" fmla="*/ 150933 w 6858000"/>
              <a:gd name="connsiteY2" fmla="*/ 2952927 h 3830219"/>
              <a:gd name="connsiteX3" fmla="*/ 533317 w 6858000"/>
              <a:gd name="connsiteY3" fmla="*/ 2907735 h 3830219"/>
              <a:gd name="connsiteX4" fmla="*/ 2516906 w 6858000"/>
              <a:gd name="connsiteY4" fmla="*/ 3558655 h 3830219"/>
              <a:gd name="connsiteX5" fmla="*/ 2542419 w 6858000"/>
              <a:gd name="connsiteY5" fmla="*/ 3568616 h 3830219"/>
              <a:gd name="connsiteX6" fmla="*/ 2607100 w 6858000"/>
              <a:gd name="connsiteY6" fmla="*/ 3608308 h 3830219"/>
              <a:gd name="connsiteX7" fmla="*/ 3580199 w 6858000"/>
              <a:gd name="connsiteY7" fmla="*/ 3830188 h 3830219"/>
              <a:gd name="connsiteX8" fmla="*/ 6145368 w 6858000"/>
              <a:gd name="connsiteY8" fmla="*/ 2895740 h 3830219"/>
              <a:gd name="connsiteX9" fmla="*/ 6711794 w 6858000"/>
              <a:gd name="connsiteY9" fmla="*/ 2941805 h 3830219"/>
              <a:gd name="connsiteX10" fmla="*/ 6858000 w 6858000"/>
              <a:gd name="connsiteY10" fmla="*/ 2973381 h 3830219"/>
              <a:gd name="connsiteX11" fmla="*/ 6858000 w 6858000"/>
              <a:gd name="connsiteY11" fmla="*/ 0 h 3830219"/>
              <a:gd name="connsiteX12" fmla="*/ 0 w 6858000"/>
              <a:gd name="connsiteY12" fmla="*/ 0 h 3830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58000" h="3830219">
                <a:moveTo>
                  <a:pt x="0" y="0"/>
                </a:moveTo>
                <a:lnTo>
                  <a:pt x="0" y="2994317"/>
                </a:lnTo>
                <a:lnTo>
                  <a:pt x="150933" y="2952927"/>
                </a:lnTo>
                <a:cubicBezTo>
                  <a:pt x="269822" y="2926258"/>
                  <a:pt x="396478" y="2910024"/>
                  <a:pt x="533317" y="2907735"/>
                </a:cubicBezTo>
                <a:cubicBezTo>
                  <a:pt x="1559606" y="2890571"/>
                  <a:pt x="2163137" y="3401988"/>
                  <a:pt x="2516906" y="3558655"/>
                </a:cubicBezTo>
                <a:lnTo>
                  <a:pt x="2542419" y="3568616"/>
                </a:lnTo>
                <a:lnTo>
                  <a:pt x="2607100" y="3608308"/>
                </a:lnTo>
                <a:cubicBezTo>
                  <a:pt x="2866745" y="3741243"/>
                  <a:pt x="3194928" y="3832171"/>
                  <a:pt x="3580199" y="3830188"/>
                </a:cubicBezTo>
                <a:cubicBezTo>
                  <a:pt x="4607589" y="3824901"/>
                  <a:pt x="5050658" y="2914049"/>
                  <a:pt x="6145368" y="2895740"/>
                </a:cubicBezTo>
                <a:cubicBezTo>
                  <a:pt x="6350626" y="2892307"/>
                  <a:pt x="6538973" y="2910018"/>
                  <a:pt x="6711794" y="2941805"/>
                </a:cubicBezTo>
                <a:lnTo>
                  <a:pt x="6858000" y="2973381"/>
                </a:lnTo>
                <a:lnTo>
                  <a:pt x="6858000" y="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45000">
                <a:schemeClr val="accent6">
                  <a:alpha val="29951"/>
                </a:schemeClr>
              </a:gs>
              <a:gs pos="99000">
                <a:schemeClr val="accent4">
                  <a:lumMod val="75000"/>
                  <a:alpha val="2734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CA6FFAC-0E5C-DA2F-C0F9-D5602F928AEC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7545111" y="2275586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26350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F7D74-558F-4816-9367-4004FFA2B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69ADF-8CD9-4E77-BB8D-70D8824C5A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5F077D-E901-4AA9-B062-1C37FF407B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B5E76-E101-4994-92F5-1F540EB1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F242-2699-411D-B3F7-3D6D480E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6943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47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C6CA6E-C1AB-4B24-80C7-A4B12640B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EFB41-7AD3-4519-95E7-416BFA1A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1072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BD6A3-F987-4FCC-A6EF-2EF0D33C0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F06A0-63CE-4272-B90E-4F20296BF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467220-06E3-427A-B4D3-9B0030E09D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EF53B-C85C-47DB-ADE4-C1D9FA682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D4FD38-14E5-4C36-B948-8BF3F794E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005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08F2A-1C19-4116-80DF-E24EDDF28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A489A7-7CA6-4CC9-B634-FCB2E102C6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5F80D-1DB9-4E0A-8F68-924FC1C9C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A4DA3-10C7-48A6-9B15-38222B8CA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4E7EE-5B3B-427E-9807-020AEF8C7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5165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392" y="832104"/>
            <a:ext cx="10881360" cy="10698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984" y="2212848"/>
            <a:ext cx="10332720" cy="35478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29184" y="411480"/>
            <a:ext cx="521208" cy="3108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66344" y="6190488"/>
            <a:ext cx="2331720" cy="27432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 b="0" i="0">
                <a:solidFill>
                  <a:schemeClr val="bg1"/>
                </a:solidFill>
                <a:latin typeface="+mn-lt"/>
                <a:cs typeface="Segoe UI Light" panose="020B0502040204020203" pitchFamily="34" charset="0"/>
              </a:defRPr>
            </a:lvl1pPr>
          </a:lstStyle>
          <a:p>
            <a:r>
              <a:rPr lang="en-US"/>
              <a:t>Crypto: investing &amp; trading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4A2D6-617E-EEA3-E4EE-5BDB472F6A43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70" r:id="rId7"/>
    <p:sldLayoutId id="2147483669" r:id="rId8"/>
    <p:sldLayoutId id="2147483653" r:id="rId9"/>
    <p:sldLayoutId id="2147483665" r:id="rId10"/>
    <p:sldLayoutId id="2147483666" r:id="rId11"/>
    <p:sldLayoutId id="2147483667" r:id="rId12"/>
    <p:sldLayoutId id="2147483668" r:id="rId13"/>
    <p:sldLayoutId id="2147483651" r:id="rId14"/>
    <p:sldLayoutId id="2147483652" r:id="rId15"/>
    <p:sldLayoutId id="2147483654" r:id="rId16"/>
    <p:sldLayoutId id="2147483655" r:id="rId17"/>
    <p:sldLayoutId id="2147483656" r:id="rId18"/>
    <p:sldLayoutId id="2147483657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 cap="all" spc="6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347472" algn="l" defTabSz="914400" rtl="0" eaLnBrk="1" latinLnBrk="0" hangingPunct="1">
        <a:lnSpc>
          <a:spcPct val="90000"/>
        </a:lnSpc>
        <a:spcBef>
          <a:spcPts val="1000"/>
        </a:spcBef>
        <a:buClr>
          <a:schemeClr val="accent6"/>
        </a:buClr>
        <a:buFont typeface="Courier New" panose="02070309020205020404" pitchFamily="49" charset="0"/>
        <a:buChar char="o"/>
        <a:defRPr sz="2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1pPr>
      <a:lvl2pPr marL="6858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4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2pPr>
      <a:lvl3pPr marL="11430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20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3pPr>
      <a:lvl4pPr marL="16002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4pPr>
      <a:lvl5pPr marL="2057400" indent="-347472" algn="l" defTabSz="914400" rtl="0" eaLnBrk="1" latinLnBrk="0" hangingPunct="1">
        <a:lnSpc>
          <a:spcPct val="90000"/>
        </a:lnSpc>
        <a:spcBef>
          <a:spcPts val="500"/>
        </a:spcBef>
        <a:buClr>
          <a:schemeClr val="accent6"/>
        </a:buClr>
        <a:buFont typeface="Courier New" panose="02070309020205020404" pitchFamily="49" charset="0"/>
        <a:buChar char="o"/>
        <a:defRPr sz="1800" kern="1200">
          <a:solidFill>
            <a:schemeClr val="bg1"/>
          </a:solidFill>
          <a:latin typeface="+mn-lt"/>
          <a:ea typeface="+mn-ea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84" y="2176272"/>
            <a:ext cx="10564958" cy="1481328"/>
          </a:xfrm>
        </p:spPr>
        <p:txBody>
          <a:bodyPr/>
          <a:lstStyle/>
          <a:p>
            <a:r>
              <a:rPr lang="en-US" dirty="0"/>
              <a:t>CRYPTO</a:t>
            </a:r>
            <a:br>
              <a:rPr lang="en-US" dirty="0"/>
            </a:br>
            <a:r>
              <a:rPr lang="en-US" dirty="0"/>
              <a:t>VOLATILITY &amp; risk Analyzer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6329B1-2D04-0F3A-1081-C5117D8CE1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62167" y="4204535"/>
            <a:ext cx="3411794" cy="684523"/>
          </a:xfrm>
        </p:spPr>
        <p:txBody>
          <a:bodyPr/>
          <a:lstStyle/>
          <a:p>
            <a:r>
              <a:rPr lang="en-US" sz="1800" dirty="0"/>
              <a:t>Mentor Name: </a:t>
            </a:r>
            <a:r>
              <a:rPr lang="en-US" sz="1800" b="1" dirty="0"/>
              <a:t>Ms. S. Sophiya</a:t>
            </a:r>
          </a:p>
          <a:p>
            <a:r>
              <a:rPr lang="en-US" sz="1800" dirty="0"/>
              <a:t>					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0274A4-0DE3-5697-A8EE-EF32158C5CBA}"/>
              </a:ext>
            </a:extLst>
          </p:cNvPr>
          <p:cNvSpPr txBox="1"/>
          <p:nvPr/>
        </p:nvSpPr>
        <p:spPr>
          <a:xfrm>
            <a:off x="8819536" y="5476568"/>
            <a:ext cx="3677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By:</a:t>
            </a:r>
          </a:p>
          <a:p>
            <a:r>
              <a:rPr lang="en-IN" dirty="0">
                <a:solidFill>
                  <a:schemeClr val="bg1"/>
                </a:solidFill>
              </a:rPr>
              <a:t>     </a:t>
            </a:r>
            <a:r>
              <a:rPr lang="en-IN" b="1" dirty="0">
                <a:solidFill>
                  <a:schemeClr val="bg1"/>
                </a:solidFill>
              </a:rPr>
              <a:t>Atturu Jagan Mohan Reddy</a:t>
            </a:r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7E09-6A9E-9FCC-7867-895F21ABE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547" y="464107"/>
            <a:ext cx="8878824" cy="1069848"/>
          </a:xfrm>
        </p:spPr>
        <p:txBody>
          <a:bodyPr>
            <a:normAutofit/>
          </a:bodyPr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CONTENTS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57728F-9EA1-A705-8E4D-B7823E4F4C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158D4-7B61-0A48-E33F-792278D05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2204" y="1810610"/>
            <a:ext cx="6093640" cy="3826567"/>
          </a:xfrm>
        </p:spPr>
        <p:txBody>
          <a:bodyPr/>
          <a:lstStyle/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 Light" panose="020B0502040204020203" pitchFamily="34" charset="0"/>
                <a:cs typeface="Segoe UI Light" panose="020B0502040204020203" pitchFamily="34" charset="0"/>
              </a:rPr>
              <a:t>Project Statement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Introduction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Work Flow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latin typeface="Segoe UI Light" panose="020B0502040204020203" pitchFamily="34" charset="0"/>
                <a:cs typeface="Segoe UI Light" panose="020B0502040204020203" pitchFamily="34" charset="0"/>
              </a:rPr>
              <a:t>Structure Of Architecture</a:t>
            </a:r>
            <a:endParaRPr lang="en-US" sz="2200" dirty="0">
              <a:solidFill>
                <a:schemeClr val="bg1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Flow Of Modules</a:t>
            </a:r>
          </a:p>
          <a:p>
            <a:pPr marL="342900" indent="-342900" algn="l">
              <a:lnSpc>
                <a:spcPct val="150000"/>
              </a:lnSpc>
              <a:buClr>
                <a:schemeClr val="accent6"/>
              </a:buClr>
              <a:buFont typeface="Courier New" panose="02070309020205020404" pitchFamily="49" charset="0"/>
              <a:buChar char="o"/>
            </a:pPr>
            <a:r>
              <a:rPr lang="en-US" sz="2200" dirty="0">
                <a:solidFill>
                  <a:schemeClr val="bg1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Summary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D0AE42-75AF-229C-2692-C10ADA4FFA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027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F0E99-07CC-9576-AFD7-C52151AD0E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PROJECT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82A8B0-333F-633E-3FA7-D38DBFB10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28088" y="3909621"/>
            <a:ext cx="7735824" cy="662379"/>
          </a:xfrm>
        </p:spPr>
        <p:txBody>
          <a:bodyPr/>
          <a:lstStyle/>
          <a:p>
            <a:r>
              <a:rPr lang="en-US" sz="2000" dirty="0"/>
              <a:t>Crypto Volatility and Risk Analyzer delivers real‑time dashboards that reveal cryptocurrency risk through volatility and performance metrics.</a:t>
            </a:r>
          </a:p>
        </p:txBody>
      </p:sp>
    </p:spTree>
    <p:extLst>
      <p:ext uri="{BB962C8B-B14F-4D97-AF65-F5344CB8AC3E}">
        <p14:creationId xmlns:p14="http://schemas.microsoft.com/office/powerpoint/2010/main" val="3380759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4E20A-EEA7-CBA8-161D-BCC72D6A1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1A0B-236C-CB81-95A7-D6803EA4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41974" y="391324"/>
            <a:ext cx="4687627" cy="662104"/>
          </a:xfrm>
        </p:spPr>
        <p:txBody>
          <a:bodyPr>
            <a:normAutofit/>
          </a:bodyPr>
          <a:lstStyle/>
          <a:p>
            <a:r>
              <a:rPr lang="en-US" dirty="0"/>
              <a:t>introduction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53AA9A-516A-8ECB-93D3-9F4E09D939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2F2D2-055B-CDC1-578F-AF4944BECF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2FD3FE0-F61C-01A3-1562-D185672A94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2047" y="1260733"/>
            <a:ext cx="10490354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Market Dynamics: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Cryptocurrencies are highly volatile assets, with prices influenced by global demand, trading volume, and market sentiment.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Need for Risk Analysis: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Investors face uncertainty due to rapid fluctuations. Measuring volatility and risk metrics helps in making informed decisions.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Project Objective: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To design a Crypto Volatility &amp; Risk Analyzer that integrates live data, applies statistical measures, and visualizes risk levels.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Key Features</a:t>
            </a:r>
            <a:r>
              <a:rPr kumimoji="0" lang="en-US" altLang="en-US" sz="1800" b="0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Real-time data acquisition from APIs (Binance,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CoinGecko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Statistical calculations (Volatility, Sharpe Ratio, Beta)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Interactive dashboards for visualization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Risk classification into Low, Medium, High categories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sng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Outcome: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 user-friendly system that empowers traders and analysts with actionable insights for safer crypto investing.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4496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310B5-D907-A977-7A9C-69F8BEB7BB3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WORK FLOW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7C1943E-2BCD-D851-F9B5-83C51D7D978D}"/>
              </a:ext>
            </a:extLst>
          </p:cNvPr>
          <p:cNvSpPr/>
          <p:nvPr/>
        </p:nvSpPr>
        <p:spPr>
          <a:xfrm>
            <a:off x="485273" y="3636867"/>
            <a:ext cx="1423738" cy="149319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Data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</a:rPr>
              <a:t>Acquisition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885261-C57E-A927-0476-5E21ACB20651}"/>
              </a:ext>
            </a:extLst>
          </p:cNvPr>
          <p:cNvSpPr/>
          <p:nvPr/>
        </p:nvSpPr>
        <p:spPr>
          <a:xfrm>
            <a:off x="2358190" y="3683509"/>
            <a:ext cx="1423738" cy="148204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Data Processing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398B6F-C2E1-C3A3-2F43-C21FB92AF1FE}"/>
              </a:ext>
            </a:extLst>
          </p:cNvPr>
          <p:cNvSpPr/>
          <p:nvPr/>
        </p:nvSpPr>
        <p:spPr>
          <a:xfrm>
            <a:off x="4291264" y="3737170"/>
            <a:ext cx="1423738" cy="14283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Risk Calculation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2103C64-0458-0525-9D1E-AB4D275B3168}"/>
              </a:ext>
            </a:extLst>
          </p:cNvPr>
          <p:cNvSpPr/>
          <p:nvPr/>
        </p:nvSpPr>
        <p:spPr>
          <a:xfrm>
            <a:off x="6224337" y="3683509"/>
            <a:ext cx="1572643" cy="142838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Visualization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0D41F22-75D5-0322-5D3F-616CC49E789F}"/>
              </a:ext>
            </a:extLst>
          </p:cNvPr>
          <p:cNvSpPr/>
          <p:nvPr/>
        </p:nvSpPr>
        <p:spPr>
          <a:xfrm>
            <a:off x="8269705" y="3689683"/>
            <a:ext cx="1660875" cy="142221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Risk Classification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68972BD-A9D5-1759-40A1-90711A31AB07}"/>
              </a:ext>
            </a:extLst>
          </p:cNvPr>
          <p:cNvSpPr/>
          <p:nvPr/>
        </p:nvSpPr>
        <p:spPr>
          <a:xfrm>
            <a:off x="10315074" y="3672361"/>
            <a:ext cx="1423738" cy="142221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</a:rPr>
              <a:t>Reporting</a:t>
            </a:r>
          </a:p>
        </p:txBody>
      </p:sp>
    </p:spTree>
    <p:extLst>
      <p:ext uri="{BB962C8B-B14F-4D97-AF65-F5344CB8AC3E}">
        <p14:creationId xmlns:p14="http://schemas.microsoft.com/office/powerpoint/2010/main" val="548476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8E318B-D756-6C57-8657-96C83632083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3252A1-51AE-36E1-CE3B-D88466BA88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85FCE-8240-23FC-55EF-2DA61B534118}"/>
              </a:ext>
            </a:extLst>
          </p:cNvPr>
          <p:cNvSpPr/>
          <p:nvPr/>
        </p:nvSpPr>
        <p:spPr>
          <a:xfrm>
            <a:off x="6096000" y="722376"/>
            <a:ext cx="1748589" cy="801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Binance API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4A6E63-0032-93A3-825E-33E3A5A2C47F}"/>
              </a:ext>
            </a:extLst>
          </p:cNvPr>
          <p:cNvSpPr/>
          <p:nvPr/>
        </p:nvSpPr>
        <p:spPr>
          <a:xfrm>
            <a:off x="8133347" y="722376"/>
            <a:ext cx="1748589" cy="801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CoinGecko API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711961A-2C8D-6993-95C1-1D18E45C9D9D}"/>
              </a:ext>
            </a:extLst>
          </p:cNvPr>
          <p:cNvSpPr/>
          <p:nvPr/>
        </p:nvSpPr>
        <p:spPr>
          <a:xfrm>
            <a:off x="6096000" y="2069432"/>
            <a:ext cx="1748589" cy="801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Python Backend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2492E4-02ED-EB09-44B1-6910F4919A11}"/>
              </a:ext>
            </a:extLst>
          </p:cNvPr>
          <p:cNvSpPr/>
          <p:nvPr/>
        </p:nvSpPr>
        <p:spPr>
          <a:xfrm>
            <a:off x="8133347" y="2069432"/>
            <a:ext cx="1748589" cy="801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Database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D1E14E-EC6A-8E98-7F7C-5F21A26BD4F1}"/>
              </a:ext>
            </a:extLst>
          </p:cNvPr>
          <p:cNvSpPr/>
          <p:nvPr/>
        </p:nvSpPr>
        <p:spPr>
          <a:xfrm>
            <a:off x="6095999" y="3416488"/>
            <a:ext cx="1748589" cy="801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Data Processing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D27C9B-FE54-17B8-2C0E-B6B4B3BB8C72}"/>
              </a:ext>
            </a:extLst>
          </p:cNvPr>
          <p:cNvSpPr/>
          <p:nvPr/>
        </p:nvSpPr>
        <p:spPr>
          <a:xfrm>
            <a:off x="8133347" y="3429000"/>
            <a:ext cx="1748589" cy="801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Risk Calculation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FA36F9-6266-22B8-EE96-DEF5E67A9AAE}"/>
              </a:ext>
            </a:extLst>
          </p:cNvPr>
          <p:cNvSpPr/>
          <p:nvPr/>
        </p:nvSpPr>
        <p:spPr>
          <a:xfrm>
            <a:off x="6095999" y="4763544"/>
            <a:ext cx="1748589" cy="801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Dashboard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FE72F88-CB90-964A-3DAD-92C356B3B9A5}"/>
              </a:ext>
            </a:extLst>
          </p:cNvPr>
          <p:cNvSpPr/>
          <p:nvPr/>
        </p:nvSpPr>
        <p:spPr>
          <a:xfrm>
            <a:off x="8133347" y="4763544"/>
            <a:ext cx="1748589" cy="8016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>
                <a:solidFill>
                  <a:schemeClr val="tx1"/>
                </a:solidFill>
              </a:rPr>
              <a:t>Report Generator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183665-50C3-9879-0F07-3A8D783EC1B0}"/>
              </a:ext>
            </a:extLst>
          </p:cNvPr>
          <p:cNvSpPr txBox="1"/>
          <p:nvPr/>
        </p:nvSpPr>
        <p:spPr>
          <a:xfrm>
            <a:off x="794325" y="193830"/>
            <a:ext cx="479642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dirty="0">
                <a:solidFill>
                  <a:schemeClr val="bg1"/>
                </a:solidFill>
              </a:rPr>
              <a:t>Architecture Diagram: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5DA491-A860-9B58-EA2A-0A9C0CF689D5}"/>
              </a:ext>
            </a:extLst>
          </p:cNvPr>
          <p:cNvSpPr txBox="1"/>
          <p:nvPr/>
        </p:nvSpPr>
        <p:spPr>
          <a:xfrm>
            <a:off x="2633014" y="1102569"/>
            <a:ext cx="1459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Data Sources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99D8E7-EB16-036A-F1E7-BFFA6CAB401B}"/>
              </a:ext>
            </a:extLst>
          </p:cNvPr>
          <p:cNvSpPr txBox="1"/>
          <p:nvPr/>
        </p:nvSpPr>
        <p:spPr>
          <a:xfrm>
            <a:off x="2854211" y="2281524"/>
            <a:ext cx="1748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Backend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5EDAF6-9F22-9F6B-CAE9-39A387FAC8B8}"/>
              </a:ext>
            </a:extLst>
          </p:cNvPr>
          <p:cNvSpPr txBox="1"/>
          <p:nvPr/>
        </p:nvSpPr>
        <p:spPr>
          <a:xfrm>
            <a:off x="2633014" y="3460480"/>
            <a:ext cx="163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Processing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5ACFC6-5A78-ABCB-4619-F0699B5DEC8D}"/>
              </a:ext>
            </a:extLst>
          </p:cNvPr>
          <p:cNvSpPr txBox="1"/>
          <p:nvPr/>
        </p:nvSpPr>
        <p:spPr>
          <a:xfrm>
            <a:off x="2854211" y="4763544"/>
            <a:ext cx="14918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Frontend</a:t>
            </a: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F12B0A89-9643-C3C3-8A8D-4A5B9EC3AE0C}"/>
              </a:ext>
            </a:extLst>
          </p:cNvPr>
          <p:cNvSpPr/>
          <p:nvPr/>
        </p:nvSpPr>
        <p:spPr>
          <a:xfrm>
            <a:off x="6823587" y="1622323"/>
            <a:ext cx="226142" cy="3342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C65DB73E-F2C4-9E4A-7413-E9B29EA53EFC}"/>
              </a:ext>
            </a:extLst>
          </p:cNvPr>
          <p:cNvSpPr/>
          <p:nvPr/>
        </p:nvSpPr>
        <p:spPr>
          <a:xfrm>
            <a:off x="6862916" y="2934707"/>
            <a:ext cx="226142" cy="3342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091738AD-6042-3319-CDE4-E7E76B5D0418}"/>
              </a:ext>
            </a:extLst>
          </p:cNvPr>
          <p:cNvSpPr/>
          <p:nvPr/>
        </p:nvSpPr>
        <p:spPr>
          <a:xfrm rot="16200000">
            <a:off x="7904127" y="3716390"/>
            <a:ext cx="169681" cy="2018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E701D66A-7F14-7F37-CEF9-4616F1351690}"/>
              </a:ext>
            </a:extLst>
          </p:cNvPr>
          <p:cNvSpPr/>
          <p:nvPr/>
        </p:nvSpPr>
        <p:spPr>
          <a:xfrm>
            <a:off x="8771667" y="2934707"/>
            <a:ext cx="226142" cy="3342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A6DE55E0-F295-BA28-4A92-6057F04B9575}"/>
              </a:ext>
            </a:extLst>
          </p:cNvPr>
          <p:cNvSpPr/>
          <p:nvPr/>
        </p:nvSpPr>
        <p:spPr>
          <a:xfrm>
            <a:off x="8771667" y="4329936"/>
            <a:ext cx="226142" cy="3342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E2A93BA9-02F1-4159-B5AA-350EEF68E533}"/>
              </a:ext>
            </a:extLst>
          </p:cNvPr>
          <p:cNvSpPr/>
          <p:nvPr/>
        </p:nvSpPr>
        <p:spPr>
          <a:xfrm rot="16200000">
            <a:off x="7904127" y="5063446"/>
            <a:ext cx="169681" cy="20181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Up-Down 12">
            <a:extLst>
              <a:ext uri="{FF2B5EF4-FFF2-40B4-BE49-F238E27FC236}">
                <a16:creationId xmlns:a16="http://schemas.microsoft.com/office/drawing/2014/main" id="{5849EFD9-301D-C350-38B4-07DF3C11E6F3}"/>
              </a:ext>
            </a:extLst>
          </p:cNvPr>
          <p:cNvSpPr/>
          <p:nvPr/>
        </p:nvSpPr>
        <p:spPr>
          <a:xfrm>
            <a:off x="8841786" y="1608822"/>
            <a:ext cx="156023" cy="347797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651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DEE9-2DBD-C997-C208-027230B5A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804" y="667511"/>
            <a:ext cx="9994392" cy="701728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MODULEs TO BE IMPLEMENTED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9CF1F9-4847-1440-0352-6D1284A48D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4491D-AF3A-C879-49E6-F11A17AC30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C8F468-9964-109A-148F-ABF535A6E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9406" y="2232785"/>
            <a:ext cx="10332720" cy="2392429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Categorized based on the Milestone Levels:-</a:t>
            </a:r>
          </a:p>
          <a:p>
            <a:r>
              <a:rPr lang="en-US" sz="2000" dirty="0"/>
              <a:t>Data Acquisition Module</a:t>
            </a:r>
          </a:p>
          <a:p>
            <a:r>
              <a:rPr lang="en-US" sz="2000" dirty="0"/>
              <a:t>Data Preprocessing &amp; Calculation Module</a:t>
            </a:r>
          </a:p>
          <a:p>
            <a:r>
              <a:rPr lang="en-US" sz="2000" dirty="0"/>
              <a:t>Data Visualization Module</a:t>
            </a:r>
          </a:p>
          <a:p>
            <a:r>
              <a:rPr lang="en-US" sz="2000" dirty="0"/>
              <a:t>Risk Classification &amp; Reporting Module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2087244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76D78-74FA-82BC-FE42-C86CAF158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788" y="393192"/>
            <a:ext cx="10881360" cy="514916"/>
          </a:xfrm>
        </p:spPr>
        <p:txBody>
          <a:bodyPr/>
          <a:lstStyle/>
          <a:p>
            <a:r>
              <a:rPr lang="en-IN" dirty="0"/>
              <a:t>Tools used!!!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2C7A0-5572-9BC9-DD45-CBBD6E5C7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984" y="1140542"/>
            <a:ext cx="10332720" cy="4620178"/>
          </a:xfrm>
        </p:spPr>
        <p:txBody>
          <a:bodyPr/>
          <a:lstStyle/>
          <a:p>
            <a:pPr marL="457200" indent="-457200"/>
            <a:r>
              <a:rPr lang="en-IN" b="1" dirty="0"/>
              <a:t>Python 		: </a:t>
            </a:r>
            <a:r>
              <a:rPr lang="en-IN" sz="2400" dirty="0"/>
              <a:t>A core programming language for the entire project</a:t>
            </a:r>
            <a:r>
              <a:rPr lang="en-IN" dirty="0"/>
              <a:t>.</a:t>
            </a:r>
          </a:p>
          <a:p>
            <a:pPr marL="457200" indent="-457200"/>
            <a:r>
              <a:rPr lang="en-IN" b="1" dirty="0"/>
              <a:t>HTML/CSS 	: </a:t>
            </a:r>
            <a:r>
              <a:rPr lang="en-IN" sz="2400" dirty="0"/>
              <a:t>Used for custom UI Components.</a:t>
            </a:r>
          </a:p>
          <a:p>
            <a:pPr marL="457200" indent="-457200"/>
            <a:r>
              <a:rPr lang="en-IN" b="1" dirty="0"/>
              <a:t>Streamlit	 	: </a:t>
            </a:r>
            <a:r>
              <a:rPr lang="en-IN" sz="2400" dirty="0"/>
              <a:t>Used to develop interactive web dashboards.</a:t>
            </a:r>
          </a:p>
          <a:p>
            <a:pPr marL="457200" indent="-457200"/>
            <a:r>
              <a:rPr lang="en-IN" b="1" dirty="0"/>
              <a:t>Numpy 		: </a:t>
            </a:r>
            <a:r>
              <a:rPr lang="en-IN" sz="2400" dirty="0"/>
              <a:t>Used for Numerical Calculations.</a:t>
            </a:r>
          </a:p>
          <a:p>
            <a:pPr marL="457200" indent="-457200"/>
            <a:r>
              <a:rPr lang="en-IN" b="1" dirty="0"/>
              <a:t>Pandas 		: </a:t>
            </a:r>
            <a:r>
              <a:rPr lang="en-IN" sz="2400" dirty="0"/>
              <a:t>Used for manipulating the data.</a:t>
            </a:r>
          </a:p>
          <a:p>
            <a:pPr marL="457200" indent="-457200"/>
            <a:r>
              <a:rPr lang="en-IN" b="1" dirty="0"/>
              <a:t>Matplotlib 	: </a:t>
            </a:r>
            <a:r>
              <a:rPr lang="en-IN" sz="2400" dirty="0"/>
              <a:t>Used for Data Visualization.</a:t>
            </a:r>
          </a:p>
          <a:p>
            <a:pPr marL="457200" indent="-457200"/>
            <a:r>
              <a:rPr lang="en-IN" b="1" dirty="0"/>
              <a:t>SQL 		: </a:t>
            </a:r>
            <a:r>
              <a:rPr lang="en-IN" sz="2400" dirty="0"/>
              <a:t>Used for authentication and connection with server.</a:t>
            </a:r>
          </a:p>
          <a:p>
            <a:pPr marL="457200" indent="-457200"/>
            <a:r>
              <a:rPr lang="en-IN" b="1" dirty="0"/>
              <a:t>API 		: </a:t>
            </a:r>
            <a:r>
              <a:rPr lang="en-IN" sz="2400" dirty="0"/>
              <a:t>Used to fetch real-time data.</a:t>
            </a:r>
          </a:p>
          <a:p>
            <a:pPr marL="457200" indent="-457200"/>
            <a:r>
              <a:rPr lang="en-IN" b="1" dirty="0"/>
              <a:t>Google Colab 	: </a:t>
            </a:r>
            <a:r>
              <a:rPr lang="en-IN" sz="2400" dirty="0"/>
              <a:t>For Primary development environment.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89D64D-9B07-43E7-C952-E01F27E0CD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07F34-9E3C-0ECC-FCCD-254F078AABE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666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279CC-3333-329D-87EE-AE309BD54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5185A-D8E7-31CB-F4A6-F9E717484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6189" y="297902"/>
            <a:ext cx="7763256" cy="809003"/>
          </a:xfrm>
        </p:spPr>
        <p:txBody>
          <a:bodyPr/>
          <a:lstStyle/>
          <a:p>
            <a:r>
              <a:rPr lang="en-IN" dirty="0"/>
              <a:t>MILESTONE-1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FC631-AF12-23FF-F61C-CB834F69C7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782" y="1586725"/>
            <a:ext cx="8685197" cy="3514664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dirty="0"/>
              <a:t>Data Acquisition &amp; Setup:</a:t>
            </a:r>
          </a:p>
          <a:p>
            <a:pPr algn="l"/>
            <a:endParaRPr lang="en-IN" sz="24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Fetching the live crypto price data from various web page sources.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Integrating API’s to fetch those data.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Storing the fetched data in the CSV format.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Preparing the environment to develop further process by providing required libraries.</a:t>
            </a:r>
          </a:p>
        </p:txBody>
      </p:sp>
    </p:spTree>
    <p:extLst>
      <p:ext uri="{BB962C8B-B14F-4D97-AF65-F5344CB8AC3E}">
        <p14:creationId xmlns:p14="http://schemas.microsoft.com/office/powerpoint/2010/main" val="52977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A511C9-CCFA-E547-B6B7-D2D7A89F43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43880" y="479245"/>
            <a:ext cx="7763256" cy="760877"/>
          </a:xfrm>
        </p:spPr>
        <p:txBody>
          <a:bodyPr/>
          <a:lstStyle/>
          <a:p>
            <a:r>
              <a:rPr lang="en-US" sz="3200" dirty="0"/>
              <a:t>WORKFLOW </a:t>
            </a:r>
            <a:br>
              <a:rPr lang="en-US" sz="3200" dirty="0"/>
            </a:br>
            <a:endParaRPr lang="en-IN" sz="3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12088F-32B3-92E0-4AF1-4EFADE8061AF}"/>
              </a:ext>
            </a:extLst>
          </p:cNvPr>
          <p:cNvSpPr txBox="1"/>
          <p:nvPr/>
        </p:nvSpPr>
        <p:spPr>
          <a:xfrm>
            <a:off x="905085" y="1490008"/>
            <a:ext cx="40265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Sources: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Finding best datasets from APIs </a:t>
            </a:r>
          </a:p>
          <a:p>
            <a:pPr marL="342900" indent="-342900">
              <a:buAutoNum type="arabicPeriod"/>
            </a:pPr>
            <a:r>
              <a:rPr lang="en-US" sz="2000" dirty="0">
                <a:solidFill>
                  <a:schemeClr val="bg1"/>
                </a:solidFill>
              </a:rPr>
              <a:t>Those APIs are                                                                                                                                                                             Kaggle, Coin gecko etc.,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B6DED-14DB-24D2-C625-12562B4D742F}"/>
              </a:ext>
            </a:extLst>
          </p:cNvPr>
          <p:cNvSpPr txBox="1"/>
          <p:nvPr/>
        </p:nvSpPr>
        <p:spPr>
          <a:xfrm>
            <a:off x="6984252" y="1636363"/>
            <a:ext cx="402656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CRYPTOCURRENCIES:</a:t>
            </a:r>
          </a:p>
          <a:p>
            <a:r>
              <a:rPr lang="en-ZA" dirty="0">
                <a:solidFill>
                  <a:schemeClr val="bg1"/>
                </a:solidFill>
              </a:rPr>
              <a:t>	</a:t>
            </a:r>
            <a:r>
              <a:rPr lang="en-ZA" sz="2000" dirty="0">
                <a:solidFill>
                  <a:schemeClr val="bg1"/>
                </a:solidFill>
              </a:rPr>
              <a:t>List of various currencies like Bitcoin, Ethereum, etc..,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787DB4-FF2F-E203-216E-A37057E4CCDC}"/>
              </a:ext>
            </a:extLst>
          </p:cNvPr>
          <p:cNvSpPr txBox="1"/>
          <p:nvPr/>
        </p:nvSpPr>
        <p:spPr>
          <a:xfrm>
            <a:off x="905085" y="3867420"/>
            <a:ext cx="40265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FACTORS:</a:t>
            </a:r>
          </a:p>
          <a:p>
            <a:r>
              <a:rPr lang="en-US" sz="2000" dirty="0">
                <a:solidFill>
                  <a:schemeClr val="bg1"/>
                </a:solidFill>
              </a:rPr>
              <a:t>It involves in extracting based on Volume, Price, Market details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929B86-759F-98DB-391B-28D5B4F62ABE}"/>
              </a:ext>
            </a:extLst>
          </p:cNvPr>
          <p:cNvSpPr txBox="1"/>
          <p:nvPr/>
        </p:nvSpPr>
        <p:spPr>
          <a:xfrm>
            <a:off x="6984252" y="3867420"/>
            <a:ext cx="354530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TYPE OF FILE:</a:t>
            </a:r>
          </a:p>
          <a:p>
            <a:r>
              <a:rPr lang="en-ZA" sz="2000" dirty="0">
                <a:solidFill>
                  <a:schemeClr val="bg1"/>
                </a:solidFill>
              </a:rPr>
              <a:t>Extracted and the whole data in the form of CSV file.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824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5A701-9013-1ED4-BC17-AA71A78EB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02" y="187452"/>
            <a:ext cx="4567182" cy="651541"/>
          </a:xfrm>
        </p:spPr>
        <p:txBody>
          <a:bodyPr/>
          <a:lstStyle/>
          <a:p>
            <a:pPr algn="l"/>
            <a:r>
              <a:rPr lang="en-US" sz="3000" dirty="0"/>
              <a:t>Output:</a:t>
            </a:r>
            <a:endParaRPr lang="en-IN" sz="30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BFA5FC3-72A6-1BB1-1650-79BB896A36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2641" t="14935" r="13915" b="6900"/>
          <a:stretch>
            <a:fillRect/>
          </a:stretch>
        </p:blipFill>
        <p:spPr>
          <a:xfrm>
            <a:off x="1818968" y="1077445"/>
            <a:ext cx="8770374" cy="470311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542D3-1A56-6760-BBD8-07FC4C8269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6F497-872E-7C5C-2C74-703EA012C0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253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23403-3989-A827-252C-B7AE383DDD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6189" y="297902"/>
            <a:ext cx="7763256" cy="809003"/>
          </a:xfrm>
        </p:spPr>
        <p:txBody>
          <a:bodyPr/>
          <a:lstStyle/>
          <a:p>
            <a:r>
              <a:rPr lang="en-IN" dirty="0"/>
              <a:t>MILESTONE-2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7920F2-162F-EB97-3019-75009907D7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782" y="1586725"/>
            <a:ext cx="7273491" cy="3514664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dirty="0"/>
              <a:t>Data Processing &amp; Calculation:</a:t>
            </a:r>
          </a:p>
          <a:p>
            <a:pPr algn="l"/>
            <a:r>
              <a:rPr lang="en-IN" sz="2400" dirty="0"/>
              <a:t>	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Calculating daily returns</a:t>
            </a:r>
          </a:p>
          <a:p>
            <a:pPr marL="1257300" lvl="2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Using statistical measures to derive:</a:t>
            </a:r>
          </a:p>
          <a:p>
            <a:pPr marL="1828800" lvl="3" indent="-457200" algn="l">
              <a:buFont typeface="+mj-lt"/>
              <a:buAutoNum type="arabicPeriod"/>
            </a:pPr>
            <a:r>
              <a:rPr lang="en-IN" sz="2400" dirty="0"/>
              <a:t>Daily &amp; Annualized volatility</a:t>
            </a:r>
          </a:p>
          <a:p>
            <a:pPr marL="1828800" lvl="3" indent="-457200" algn="l">
              <a:buFont typeface="+mj-lt"/>
              <a:buAutoNum type="arabicPeriod"/>
            </a:pPr>
            <a:r>
              <a:rPr lang="en-IN" sz="2400" dirty="0"/>
              <a:t>Sharpe Ratio</a:t>
            </a:r>
          </a:p>
          <a:p>
            <a:pPr marL="1828800" lvl="3" indent="-457200" algn="l">
              <a:buFont typeface="+mj-lt"/>
              <a:buAutoNum type="arabicPeriod"/>
            </a:pPr>
            <a:r>
              <a:rPr lang="en-IN" sz="2400" dirty="0"/>
              <a:t>Beta coefficient</a:t>
            </a:r>
          </a:p>
        </p:txBody>
      </p:sp>
    </p:spTree>
    <p:extLst>
      <p:ext uri="{BB962C8B-B14F-4D97-AF65-F5344CB8AC3E}">
        <p14:creationId xmlns:p14="http://schemas.microsoft.com/office/powerpoint/2010/main" val="10650537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7EA31-98A4-8A29-222F-2196E6679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F41A153-E52D-B3C3-C195-324A6D06F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868" y="1117653"/>
            <a:ext cx="8316229" cy="2664433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400" b="1" dirty="0"/>
              <a:t>DATA CLEANING &amp; PROCESSING:</a:t>
            </a:r>
          </a:p>
          <a:p>
            <a:pPr algn="l"/>
            <a:endParaRPr lang="en-US" sz="24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Missing values must be identified and handled appropriately by using the functions like </a:t>
            </a:r>
            <a:r>
              <a:rPr lang="en-IN" sz="2200" dirty="0" err="1"/>
              <a:t>fillna</a:t>
            </a:r>
            <a:r>
              <a:rPr lang="en-IN" sz="2200" dirty="0"/>
              <a:t>( ), </a:t>
            </a:r>
            <a:r>
              <a:rPr lang="en-IN" sz="2200" dirty="0" err="1"/>
              <a:t>dropna</a:t>
            </a:r>
            <a:r>
              <a:rPr lang="en-IN" sz="2200" dirty="0"/>
              <a:t>( ) with the help of aggregate functions.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It will be very helpful to provide best analysis.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B7761F-FAAE-5E50-1E08-2BBBE9565694}"/>
              </a:ext>
            </a:extLst>
          </p:cNvPr>
          <p:cNvSpPr txBox="1"/>
          <p:nvPr/>
        </p:nvSpPr>
        <p:spPr>
          <a:xfrm>
            <a:off x="4543604" y="4090736"/>
            <a:ext cx="7097508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</a:rPr>
              <a:t>DAILY RETURNS CALCULATION: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The percentage of change of price from one day to the next day is known as the daily returns.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200" dirty="0">
                <a:solidFill>
                  <a:schemeClr val="bg1"/>
                </a:solidFill>
              </a:rPr>
              <a:t>It is very helpful to assess the daily returns of the assets.</a:t>
            </a:r>
          </a:p>
        </p:txBody>
      </p:sp>
    </p:spTree>
    <p:extLst>
      <p:ext uri="{BB962C8B-B14F-4D97-AF65-F5344CB8AC3E}">
        <p14:creationId xmlns:p14="http://schemas.microsoft.com/office/powerpoint/2010/main" val="4070215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880A3-6B61-9149-DB77-8A6DF472C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2130-F89E-251E-A54F-B3353DC2B6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6789" y="128337"/>
            <a:ext cx="7018422" cy="304801"/>
          </a:xfrm>
        </p:spPr>
        <p:txBody>
          <a:bodyPr/>
          <a:lstStyle/>
          <a:p>
            <a:r>
              <a:rPr lang="en-US" dirty="0"/>
              <a:t>Statistical measures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505EF4-A250-8AC9-C358-7E7B820CCF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868" y="1117653"/>
            <a:ext cx="8316229" cy="2664433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2400" b="1" dirty="0"/>
              <a:t>Volatility:</a:t>
            </a:r>
          </a:p>
          <a:p>
            <a:pPr algn="l"/>
            <a:endParaRPr lang="en-US" sz="2400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400" dirty="0"/>
              <a:t>Volatility measures how much an asset’s price fluctuates over time.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We can calculate volatility using standard deviation of daily returns of the assets.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338D0E-9EE6-E85E-07B2-0CA713BED81E}"/>
              </a:ext>
            </a:extLst>
          </p:cNvPr>
          <p:cNvSpPr txBox="1"/>
          <p:nvPr/>
        </p:nvSpPr>
        <p:spPr>
          <a:xfrm>
            <a:off x="4543604" y="4090736"/>
            <a:ext cx="7097508" cy="1508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</a:rPr>
              <a:t>Sharpe Ratio: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Used to measure the returns earned per unit of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It helps evaluate investment performance.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3095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D0F71-A9D3-1126-5C5C-739E47937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0DD62-8D8C-F14E-3B6A-2C99426CA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02" y="187452"/>
            <a:ext cx="4567182" cy="651541"/>
          </a:xfrm>
        </p:spPr>
        <p:txBody>
          <a:bodyPr/>
          <a:lstStyle/>
          <a:p>
            <a:pPr algn="l"/>
            <a:r>
              <a:rPr lang="en-US" sz="3000" dirty="0"/>
              <a:t>Output:</a:t>
            </a:r>
            <a:endParaRPr lang="en-IN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12540-A2F4-8213-82A2-CA3BD9705D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6650B-7267-53AA-FF33-E6690D3F60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5461D3E4-A78E-6633-CBFA-1A3C35D4BD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895" r="776" b="14668"/>
          <a:stretch>
            <a:fillRect/>
          </a:stretch>
        </p:blipFill>
        <p:spPr>
          <a:xfrm>
            <a:off x="1386404" y="1396180"/>
            <a:ext cx="9727769" cy="3824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56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60BE5-C5A2-C03C-25F4-C90FD5EBB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2EEB7-9069-5909-8DAE-4AC6D0020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6189" y="297902"/>
            <a:ext cx="7763256" cy="809003"/>
          </a:xfrm>
        </p:spPr>
        <p:txBody>
          <a:bodyPr/>
          <a:lstStyle/>
          <a:p>
            <a:r>
              <a:rPr lang="en-IN" dirty="0"/>
              <a:t>MILESTONE-3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FDD36C-1DD9-8CE4-2CA0-20705C901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782" y="1586725"/>
            <a:ext cx="8685197" cy="3514664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b="1" dirty="0"/>
              <a:t>Data Visualization:</a:t>
            </a:r>
          </a:p>
          <a:p>
            <a:pPr algn="l"/>
            <a:endParaRPr lang="en-IN" sz="24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Building interactive dashboards using </a:t>
            </a:r>
            <a:r>
              <a:rPr lang="en-IN" sz="2400" dirty="0" err="1"/>
              <a:t>streamlit</a:t>
            </a:r>
            <a:r>
              <a:rPr lang="en-IN" sz="2400" dirty="0"/>
              <a:t> &amp; matplot library.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Displaying various time-series graphs for better analysis.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Developing the interactive and responsive dashboard helps to enable date range selection &amp; asset comparison.</a:t>
            </a:r>
          </a:p>
        </p:txBody>
      </p:sp>
    </p:spTree>
    <p:extLst>
      <p:ext uri="{BB962C8B-B14F-4D97-AF65-F5344CB8AC3E}">
        <p14:creationId xmlns:p14="http://schemas.microsoft.com/office/powerpoint/2010/main" val="1249734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C9382-CB11-953E-CE83-33B4E456E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71B8D-4417-444A-20F3-4AA1CB74AD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24526" y="320842"/>
            <a:ext cx="7763256" cy="744835"/>
          </a:xfrm>
        </p:spPr>
        <p:txBody>
          <a:bodyPr/>
          <a:lstStyle/>
          <a:p>
            <a:r>
              <a:rPr lang="en-IN" dirty="0"/>
              <a:t>Visuals we used!!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940CDD-EE13-73E4-8536-50C25740A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248" y="1394221"/>
            <a:ext cx="8685197" cy="2387706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b="1" dirty="0"/>
              <a:t>Line Chart:</a:t>
            </a:r>
          </a:p>
          <a:p>
            <a:pPr algn="l"/>
            <a:endParaRPr lang="en-IN" sz="2400" b="1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These are most widely used visual in data visualization because they clearly show trends, patterns, and changes over time.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sz="2200" dirty="0"/>
              <a:t>Here, in our project we used to compare volatility and trend of the market over time.</a:t>
            </a:r>
            <a:endParaRPr lang="en-IN" sz="2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95F353-650E-587E-DB30-54D174A75C28}"/>
              </a:ext>
            </a:extLst>
          </p:cNvPr>
          <p:cNvSpPr txBox="1"/>
          <p:nvPr/>
        </p:nvSpPr>
        <p:spPr>
          <a:xfrm>
            <a:off x="3915397" y="3949812"/>
            <a:ext cx="8005011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</a:rPr>
              <a:t>Scatter Plot Chart: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These are mainly used to plot the differences between two different numerical values.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These are ideal for spotting trends, clusters, and outliers.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1636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30E25-8365-2C00-5807-C1F6F25C0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3F079-2086-80A3-232D-3491A00BBD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6452" y="522491"/>
            <a:ext cx="8799095" cy="696709"/>
          </a:xfrm>
        </p:spPr>
        <p:txBody>
          <a:bodyPr/>
          <a:lstStyle/>
          <a:p>
            <a:r>
              <a:rPr lang="en-US" dirty="0"/>
              <a:t>Dashboard development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F28678-E078-CEEE-3DB2-4F4C2EB4D9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6680" y="1891525"/>
            <a:ext cx="8685197" cy="3514664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b="1" dirty="0"/>
              <a:t>STREAMLIT:</a:t>
            </a:r>
          </a:p>
          <a:p>
            <a:pPr algn="l"/>
            <a:endParaRPr lang="en-IN" sz="24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Streamlit is an open source python framework used to build more interactive dashboards.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By using this framework there is no need to learn about the front-end technologies like HTML, CSS, JS.</a:t>
            </a:r>
          </a:p>
        </p:txBody>
      </p:sp>
    </p:spTree>
    <p:extLst>
      <p:ext uri="{BB962C8B-B14F-4D97-AF65-F5344CB8AC3E}">
        <p14:creationId xmlns:p14="http://schemas.microsoft.com/office/powerpoint/2010/main" val="8998636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F8857-4D7E-36DC-43FF-89B03D0E5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C594E-DD26-9649-4C72-5ADA80A50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02" y="187452"/>
            <a:ext cx="4567182" cy="651541"/>
          </a:xfrm>
        </p:spPr>
        <p:txBody>
          <a:bodyPr/>
          <a:lstStyle/>
          <a:p>
            <a:pPr algn="l"/>
            <a:r>
              <a:rPr lang="en-US" sz="3000" dirty="0"/>
              <a:t>Output:</a:t>
            </a:r>
            <a:endParaRPr lang="en-IN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AD83B-9C30-4518-2E72-009E7F4D99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72219-68B4-EADE-F5A9-6DD5DDE9183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0CC4156-005F-A887-3F70-67C1E8B73DD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2" t="11618" r="1512" b="2199"/>
          <a:stretch>
            <a:fillRect/>
          </a:stretch>
        </p:blipFill>
        <p:spPr>
          <a:xfrm>
            <a:off x="1474837" y="1138083"/>
            <a:ext cx="9767703" cy="458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034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D2002-864F-D4F2-9018-7CC323FCA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BEE6-E24F-DDA1-4D13-75063A00FB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6189" y="297902"/>
            <a:ext cx="7763256" cy="809003"/>
          </a:xfrm>
        </p:spPr>
        <p:txBody>
          <a:bodyPr/>
          <a:lstStyle/>
          <a:p>
            <a:r>
              <a:rPr lang="en-IN" dirty="0"/>
              <a:t>MILESTONE-4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BCA9A6-F05F-698F-599C-1304688F4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2782" y="1586725"/>
            <a:ext cx="8685197" cy="3514664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b="1" dirty="0"/>
              <a:t>Risk Classification &amp; Reporting:</a:t>
            </a:r>
          </a:p>
          <a:p>
            <a:pPr algn="l"/>
            <a:endParaRPr lang="en-IN" sz="24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Focuses on classifying risk levels for crypto currency(Low, Medium, High).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Generating the final summarised reports in the form of PDF formats.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/>
              <a:t>Helps to analyse and to let the users know the accurate levels of the risks.</a:t>
            </a:r>
          </a:p>
        </p:txBody>
      </p:sp>
    </p:spTree>
    <p:extLst>
      <p:ext uri="{BB962C8B-B14F-4D97-AF65-F5344CB8AC3E}">
        <p14:creationId xmlns:p14="http://schemas.microsoft.com/office/powerpoint/2010/main" val="5882744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7CDEB-F71F-7DA5-9450-55DE18BD2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A1B1856E-076E-745A-0A7B-D769365EE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16992" y="608156"/>
            <a:ext cx="5765533" cy="595002"/>
          </a:xfrm>
        </p:spPr>
        <p:txBody>
          <a:bodyPr/>
          <a:lstStyle/>
          <a:p>
            <a:pPr algn="ctr"/>
            <a:r>
              <a:rPr lang="en-US" sz="3500" b="1" dirty="0"/>
              <a:t>Report Generation</a:t>
            </a:r>
            <a:endParaRPr lang="en-IN" sz="35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BCD15A-E51E-37FA-3EE7-F70B3D3FB18E}"/>
              </a:ext>
            </a:extLst>
          </p:cNvPr>
          <p:cNvSpPr txBox="1"/>
          <p:nvPr/>
        </p:nvSpPr>
        <p:spPr>
          <a:xfrm>
            <a:off x="1106905" y="2065274"/>
            <a:ext cx="6849979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bg1"/>
                </a:solidFill>
              </a:rPr>
              <a:t>Generating summary reports: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Creating final summarized report about the crypto market in the form of CSV, PNG or PDF formats.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Here, we used CSV format which helps for better understanding.</a:t>
            </a:r>
            <a:endParaRPr lang="en-IN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64824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9B545-CFEB-92ED-3E8D-3D266FFDA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451F-6566-478E-EC46-DB0BD28319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1810" y="321646"/>
            <a:ext cx="7763256" cy="809003"/>
          </a:xfrm>
        </p:spPr>
        <p:txBody>
          <a:bodyPr/>
          <a:lstStyle/>
          <a:p>
            <a:r>
              <a:rPr lang="en-US" dirty="0"/>
              <a:t>Workflow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2B8FFC-65A2-511B-1D9B-1C654C7240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8403" y="1562662"/>
            <a:ext cx="7995385" cy="3732676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b="1" dirty="0"/>
              <a:t>Classifying the risks: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endParaRPr lang="en-IN" sz="24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Classification of the risk levels based on their volatility range values over time (Low, Medium, High).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Highlighting those high-risk assets in the dashboard.</a:t>
            </a:r>
          </a:p>
          <a:p>
            <a:pPr lvl="1" algn="l"/>
            <a:endParaRPr lang="en-IN" sz="2200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b="1" dirty="0"/>
              <a:t>Using Quantiles thresholds: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IN" sz="2200" dirty="0"/>
              <a:t>Less Risk (TOP 33% Volatility)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IN" sz="2200" dirty="0"/>
              <a:t>Medium Risk (In B/w Values of Top &amp; Less Values)</a:t>
            </a:r>
          </a:p>
          <a:p>
            <a:pPr marL="1371600" lvl="2" indent="-457200" algn="l">
              <a:buFont typeface="+mj-lt"/>
              <a:buAutoNum type="arabicPeriod"/>
            </a:pPr>
            <a:r>
              <a:rPr lang="en-IN" sz="2200" dirty="0"/>
              <a:t>High Risk (Least 33% Volatility)</a:t>
            </a:r>
          </a:p>
        </p:txBody>
      </p:sp>
    </p:spTree>
    <p:extLst>
      <p:ext uri="{BB962C8B-B14F-4D97-AF65-F5344CB8AC3E}">
        <p14:creationId xmlns:p14="http://schemas.microsoft.com/office/powerpoint/2010/main" val="16157648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826D5-ECF6-2352-3720-8FC34B92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5FF2F-2082-13C9-F126-9BD7E6EB3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6432" y="474883"/>
            <a:ext cx="7763256" cy="809003"/>
          </a:xfrm>
        </p:spPr>
        <p:txBody>
          <a:bodyPr/>
          <a:lstStyle/>
          <a:p>
            <a:r>
              <a:rPr lang="en-US" dirty="0"/>
              <a:t>Visual used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7E4953-76D9-BE33-542E-F4BB76C0C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4491" y="1966636"/>
            <a:ext cx="8685197" cy="3514664"/>
          </a:xfrm>
        </p:spPr>
        <p:txBody>
          <a:bodyPr/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IN" sz="2400" b="1" dirty="0"/>
              <a:t>Donut Chart:-</a:t>
            </a:r>
          </a:p>
          <a:p>
            <a:pPr algn="l"/>
            <a:endParaRPr lang="en-IN" sz="2400" b="1" dirty="0"/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Here, in our project we used it to represent the classification of the risks of the crypto coins.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200" dirty="0"/>
              <a:t>It helps to classify the portion levels of the data contribution.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77D31D-2149-930F-C676-D3D3892439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033" t="47913" r="14032" b="22868"/>
          <a:stretch>
            <a:fillRect/>
          </a:stretch>
        </p:blipFill>
        <p:spPr>
          <a:xfrm>
            <a:off x="9094839" y="3795251"/>
            <a:ext cx="2724694" cy="2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5521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37B96-2306-6540-DBB2-B2C477ACF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66C8A-3048-72E3-8522-527097164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902" y="187452"/>
            <a:ext cx="4567182" cy="651541"/>
          </a:xfrm>
        </p:spPr>
        <p:txBody>
          <a:bodyPr/>
          <a:lstStyle/>
          <a:p>
            <a:pPr algn="l"/>
            <a:r>
              <a:rPr lang="en-US" sz="3000" dirty="0"/>
              <a:t>Output:</a:t>
            </a:r>
            <a:endParaRPr lang="en-IN" sz="3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0C0872-7EE4-B7D4-04BB-A9080FBFB0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FCF74-0768-58CA-53FF-1634094344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77BFE02-A5F5-C33B-62B5-E1D093E1A8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882" t="11065" r="1217" b="2198"/>
          <a:stretch>
            <a:fillRect/>
          </a:stretch>
        </p:blipFill>
        <p:spPr>
          <a:xfrm>
            <a:off x="1317522" y="1197646"/>
            <a:ext cx="9910916" cy="466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281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010CD-5039-8307-7348-F6A994766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36F7-EC2F-5FC1-EC3C-A019C3159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5089" y="2389238"/>
            <a:ext cx="7741822" cy="759935"/>
          </a:xfrm>
        </p:spPr>
        <p:txBody>
          <a:bodyPr/>
          <a:lstStyle/>
          <a:p>
            <a:r>
              <a:rPr lang="en-US" sz="40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  <a:ea typeface="Verdana" panose="020B0604030504040204" pitchFamily="34" charset="0"/>
                <a:cs typeface="Verdana" panose="020B0604030504040204" pitchFamily="34" charset="0"/>
              </a:rPr>
              <a:t>SUMMARY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5EBFD2-4686-9CD6-7227-F57361BE87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8125" y="3528922"/>
            <a:ext cx="8624807" cy="2306599"/>
          </a:xfrm>
        </p:spPr>
        <p:txBody>
          <a:bodyPr/>
          <a:lstStyle/>
          <a:p>
            <a:r>
              <a:rPr lang="en-US" sz="1600" dirty="0"/>
              <a:t>This project analyzes cryptocurrency risk by combining </a:t>
            </a:r>
            <a:r>
              <a:rPr lang="en-US" sz="1600" b="1" dirty="0"/>
              <a:t>historical data from Kaggle</a:t>
            </a:r>
            <a:r>
              <a:rPr lang="en-US" sz="1600" dirty="0"/>
              <a:t> and </a:t>
            </a:r>
            <a:r>
              <a:rPr lang="en-US" sz="1600" b="1" dirty="0"/>
              <a:t>live market data </a:t>
            </a:r>
            <a:r>
              <a:rPr lang="en-US" sz="1600" dirty="0"/>
              <a:t>from</a:t>
            </a:r>
            <a:r>
              <a:rPr lang="en-US" sz="1600" b="1" dirty="0"/>
              <a:t> </a:t>
            </a:r>
            <a:r>
              <a:rPr lang="en-US" sz="1600" b="1" dirty="0" err="1"/>
              <a:t>CoinGecko</a:t>
            </a:r>
            <a:r>
              <a:rPr lang="en-US" sz="1600" dirty="0"/>
              <a:t>. After preprocessing and cleaning the data, key risk metrics such as </a:t>
            </a:r>
            <a:r>
              <a:rPr lang="en-US" sz="1600" b="1" dirty="0"/>
              <a:t>volatility, Sharpe ratio, beta coefficient, and IQR</a:t>
            </a:r>
            <a:r>
              <a:rPr lang="en-US" sz="1600" dirty="0"/>
              <a:t> were calculated to evaluate market behavior.</a:t>
            </a:r>
          </a:p>
          <a:p>
            <a:r>
              <a:rPr lang="en-US" sz="1600" dirty="0"/>
              <a:t>The results were visualized using interactive charts, and cryptocurrencies were </a:t>
            </a:r>
            <a:r>
              <a:rPr lang="en-US" sz="1600" b="1" dirty="0"/>
              <a:t>classified into high, medium, and low risk categories</a:t>
            </a:r>
            <a:r>
              <a:rPr lang="en-US" sz="1600" dirty="0"/>
              <a:t>. A user-friendly interface was developed that allows users to </a:t>
            </a:r>
            <a:r>
              <a:rPr lang="en-US" sz="1600" b="1" dirty="0"/>
              <a:t>download the risk metrics in CSV format</a:t>
            </a:r>
            <a:r>
              <a:rPr lang="en-US" sz="1600" dirty="0"/>
              <a:t>, making the system practical and accessible for further analysis and informed decision-making.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838872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spc="600" dirty="0">
                <a:ln w="28575">
                  <a:noFill/>
                  <a:prstDash val="solid"/>
                </a:ln>
                <a:solidFill>
                  <a:schemeClr val="bg1"/>
                </a:solidFill>
                <a:latin typeface="Tw Cen MT" panose="020B0602020104020603" pitchFamily="34" charset="77"/>
              </a:rPr>
              <a:t>THANK YOU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19D01-29BE-BE76-41C5-9D58AD811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Atturu Jaganmohanreddy​</a:t>
            </a:r>
          </a:p>
          <a:p>
            <a:pPr algn="l"/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jaganmohanreddy1223@gmail.com </a:t>
            </a:r>
            <a:endParaRPr lang="en-US" dirty="0">
              <a:latin typeface="Segoe UI Light" panose="020B0502040204020203" pitchFamily="34" charset="0"/>
              <a:ea typeface="Calibri"/>
              <a:cs typeface="Segoe UI Light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43">
      <a:dk1>
        <a:srgbClr val="000000"/>
      </a:dk1>
      <a:lt1>
        <a:srgbClr val="FFFFFF"/>
      </a:lt1>
      <a:dk2>
        <a:srgbClr val="64DFED"/>
      </a:dk2>
      <a:lt2>
        <a:srgbClr val="E7E6E6"/>
      </a:lt2>
      <a:accent1>
        <a:srgbClr val="92CDF0"/>
      </a:accent1>
      <a:accent2>
        <a:srgbClr val="92CDF0"/>
      </a:accent2>
      <a:accent3>
        <a:srgbClr val="ABC3F0"/>
      </a:accent3>
      <a:accent4>
        <a:srgbClr val="C3B9F2"/>
      </a:accent4>
      <a:accent5>
        <a:srgbClr val="AAA5F9"/>
      </a:accent5>
      <a:accent6>
        <a:srgbClr val="F6A6F4"/>
      </a:accent6>
      <a:hlink>
        <a:srgbClr val="0563C1"/>
      </a:hlink>
      <a:folHlink>
        <a:srgbClr val="954F72"/>
      </a:folHlink>
    </a:clrScheme>
    <a:fontScheme name="Custom 39">
      <a:majorFont>
        <a:latin typeface="Tw Cen MT"/>
        <a:ea typeface=""/>
        <a:cs typeface=""/>
      </a:majorFont>
      <a:minorFont>
        <a:latin typeface="Segoe U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-design_Win32_CP_v13" id="{7A406372-3134-432A-A498-73868680C33B}" vid="{88D369DF-875A-4C31-AFF3-DEF6B94343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1F1912-3146-44AF-A389-9E8B77BB36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8B8ECF1-2A9D-464C-AFE8-2B3295D0BF9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76493A3-2B83-4E58-86AD-56A2F2A20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Financial design</Template>
  <TotalTime>519</TotalTime>
  <Words>1128</Words>
  <Application>Microsoft Office PowerPoint</Application>
  <PresentationFormat>Widescreen</PresentationFormat>
  <Paragraphs>177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Courier New</vt:lpstr>
      <vt:lpstr>Segoe UI Light</vt:lpstr>
      <vt:lpstr>Tw Cen MT</vt:lpstr>
      <vt:lpstr>Wingdings</vt:lpstr>
      <vt:lpstr>Office Theme</vt:lpstr>
      <vt:lpstr>CRYPTO VOLATILITY &amp; risk Analyzer</vt:lpstr>
      <vt:lpstr>CONTENTS</vt:lpstr>
      <vt:lpstr>PROJECT STATEMENT</vt:lpstr>
      <vt:lpstr>introduction</vt:lpstr>
      <vt:lpstr>WORK FLOW</vt:lpstr>
      <vt:lpstr>PowerPoint Presentation</vt:lpstr>
      <vt:lpstr>MODULEs TO BE IMPLEMENTED</vt:lpstr>
      <vt:lpstr>Tools used!!!</vt:lpstr>
      <vt:lpstr>MILESTONE-1</vt:lpstr>
      <vt:lpstr>WORKFLOW  </vt:lpstr>
      <vt:lpstr>Output:</vt:lpstr>
      <vt:lpstr>MILESTONE-2</vt:lpstr>
      <vt:lpstr>PowerPoint Presentation</vt:lpstr>
      <vt:lpstr>Statistical measures</vt:lpstr>
      <vt:lpstr>Output:</vt:lpstr>
      <vt:lpstr>MILESTONE-3</vt:lpstr>
      <vt:lpstr>Visuals we used!!</vt:lpstr>
      <vt:lpstr>Dashboard development</vt:lpstr>
      <vt:lpstr>Output:</vt:lpstr>
      <vt:lpstr>MILESTONE-4</vt:lpstr>
      <vt:lpstr>PowerPoint Presentation</vt:lpstr>
      <vt:lpstr>Workflow</vt:lpstr>
      <vt:lpstr>Visual used</vt:lpstr>
      <vt:lpstr>Output: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Atturu Jaganmohanreddy</dc:creator>
  <cp:lastModifiedBy>Atturu Jaganmohanreddy</cp:lastModifiedBy>
  <cp:revision>1</cp:revision>
  <dcterms:created xsi:type="dcterms:W3CDTF">2025-12-30T15:14:40Z</dcterms:created>
  <dcterms:modified xsi:type="dcterms:W3CDTF">2026-02-02T14:42:22Z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